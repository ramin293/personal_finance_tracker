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235"/>
    <a:srgbClr val="40C498"/>
    <a:srgbClr val="1C5B46"/>
    <a:srgbClr val="EDFFCC"/>
    <a:srgbClr val="8E6C00"/>
    <a:srgbClr val="2133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885E4B-FB32-4834-92C5-30761F8E724B}" v="2588" dt="2026-05-25T17:58:44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2333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i.uakit@mail.ru" userId="594af42aa880b63e" providerId="LiveId" clId="{7F72614D-B0A6-4579-B266-47C624681C39}"/>
    <pc:docChg chg="undo custSel addSld modSld sldOrd">
      <pc:chgData name="arai.uakit@mail.ru" userId="594af42aa880b63e" providerId="LiveId" clId="{7F72614D-B0A6-4579-B266-47C624681C39}" dt="2026-05-25T17:58:59.913" v="5834" actId="1076"/>
      <pc:docMkLst>
        <pc:docMk/>
      </pc:docMkLst>
      <pc:sldChg chg="addSp delSp modSp mod ord addAnim delAnim modAnim">
        <pc:chgData name="arai.uakit@mail.ru" userId="594af42aa880b63e" providerId="LiveId" clId="{7F72614D-B0A6-4579-B266-47C624681C39}" dt="2026-05-25T17:13:03.577" v="5309"/>
        <pc:sldMkLst>
          <pc:docMk/>
          <pc:sldMk cId="1678596359" sldId="256"/>
        </pc:sldMkLst>
        <pc:spChg chg="mod ord">
          <ac:chgData name="arai.uakit@mail.ru" userId="594af42aa880b63e" providerId="LiveId" clId="{7F72614D-B0A6-4579-B266-47C624681C39}" dt="2026-05-20T17:33:32.781" v="208" actId="339"/>
          <ac:spMkLst>
            <pc:docMk/>
            <pc:sldMk cId="1678596359" sldId="256"/>
            <ac:spMk id="2" creationId="{00000000-0000-0000-0000-000000000000}"/>
          </ac:spMkLst>
        </pc:spChg>
        <pc:spChg chg="mod">
          <ac:chgData name="arai.uakit@mail.ru" userId="594af42aa880b63e" providerId="LiveId" clId="{7F72614D-B0A6-4579-B266-47C624681C39}" dt="2026-05-19T22:19:20.948" v="76" actId="14861"/>
          <ac:spMkLst>
            <pc:docMk/>
            <pc:sldMk cId="1678596359" sldId="256"/>
            <ac:spMk id="3" creationId="{00000000-0000-0000-0000-000000000000}"/>
          </ac:spMkLst>
        </pc:spChg>
        <pc:spChg chg="add mod ord">
          <ac:chgData name="arai.uakit@mail.ru" userId="594af42aa880b63e" providerId="LiveId" clId="{7F72614D-B0A6-4579-B266-47C624681C39}" dt="2026-05-20T17:32:57.976" v="204" actId="171"/>
          <ac:spMkLst>
            <pc:docMk/>
            <pc:sldMk cId="1678596359" sldId="256"/>
            <ac:spMk id="24" creationId="{FC90FCBD-B678-4994-85EA-E12C81DC2001}"/>
          </ac:spMkLst>
        </pc:spChg>
        <pc:picChg chg="add mod">
          <ac:chgData name="arai.uakit@mail.ru" userId="594af42aa880b63e" providerId="LiveId" clId="{7F72614D-B0A6-4579-B266-47C624681C39}" dt="2026-05-21T04:58:45.606" v="966" actId="1076"/>
          <ac:picMkLst>
            <pc:docMk/>
            <pc:sldMk cId="1678596359" sldId="256"/>
            <ac:picMk id="21" creationId="{9477685E-3340-B887-06A6-283F298705AC}"/>
          </ac:picMkLst>
        </pc:picChg>
        <pc:picChg chg="add mod">
          <ac:chgData name="arai.uakit@mail.ru" userId="594af42aa880b63e" providerId="LiveId" clId="{7F72614D-B0A6-4579-B266-47C624681C39}" dt="2026-05-21T04:58:50.507" v="967" actId="1076"/>
          <ac:picMkLst>
            <pc:docMk/>
            <pc:sldMk cId="1678596359" sldId="256"/>
            <ac:picMk id="23" creationId="{C1B59D24-3EFC-6820-2624-DA77A468B8ED}"/>
          </ac:picMkLst>
        </pc:picChg>
        <pc:picChg chg="add mod ord">
          <ac:chgData name="arai.uakit@mail.ru" userId="594af42aa880b63e" providerId="LiveId" clId="{7F72614D-B0A6-4579-B266-47C624681C39}" dt="2026-05-20T17:37:48.364" v="648" actId="14861"/>
          <ac:picMkLst>
            <pc:docMk/>
            <pc:sldMk cId="1678596359" sldId="256"/>
            <ac:picMk id="26" creationId="{5ACC0109-72A7-A894-3CF4-0EBD3C9D321D}"/>
          </ac:picMkLst>
        </pc:picChg>
        <pc:picChg chg="add mod ord">
          <ac:chgData name="arai.uakit@mail.ru" userId="594af42aa880b63e" providerId="LiveId" clId="{7F72614D-B0A6-4579-B266-47C624681C39}" dt="2026-05-20T17:37:48.364" v="648" actId="14861"/>
          <ac:picMkLst>
            <pc:docMk/>
            <pc:sldMk cId="1678596359" sldId="256"/>
            <ac:picMk id="27" creationId="{4DA465D9-7298-C51D-F7ED-733D58447815}"/>
          </ac:picMkLst>
        </pc:picChg>
        <pc:picChg chg="add mod ord">
          <ac:chgData name="arai.uakit@mail.ru" userId="594af42aa880b63e" providerId="LiveId" clId="{7F72614D-B0A6-4579-B266-47C624681C39}" dt="2026-05-20T17:37:48.364" v="648" actId="14861"/>
          <ac:picMkLst>
            <pc:docMk/>
            <pc:sldMk cId="1678596359" sldId="256"/>
            <ac:picMk id="28" creationId="{4A0E97C0-D461-907F-CB7B-585E39CB0B75}"/>
          </ac:picMkLst>
        </pc:picChg>
        <pc:picChg chg="add mod ord">
          <ac:chgData name="arai.uakit@mail.ru" userId="594af42aa880b63e" providerId="LiveId" clId="{7F72614D-B0A6-4579-B266-47C624681C39}" dt="2026-05-20T17:37:48.364" v="648" actId="14861"/>
          <ac:picMkLst>
            <pc:docMk/>
            <pc:sldMk cId="1678596359" sldId="256"/>
            <ac:picMk id="29" creationId="{1D33F0B6-A1AC-A8EA-4111-E3073A664EE0}"/>
          </ac:picMkLst>
        </pc:picChg>
        <pc:picChg chg="add mod ord">
          <ac:chgData name="arai.uakit@mail.ru" userId="594af42aa880b63e" providerId="LiveId" clId="{7F72614D-B0A6-4579-B266-47C624681C39}" dt="2026-05-20T17:37:48.364" v="648" actId="14861"/>
          <ac:picMkLst>
            <pc:docMk/>
            <pc:sldMk cId="1678596359" sldId="256"/>
            <ac:picMk id="30" creationId="{87C2A2FE-2349-385F-2F51-0E75BED89A5E}"/>
          </ac:picMkLst>
        </pc:picChg>
        <pc:picChg chg="add mod ord">
          <ac:chgData name="arai.uakit@mail.ru" userId="594af42aa880b63e" providerId="LiveId" clId="{7F72614D-B0A6-4579-B266-47C624681C39}" dt="2026-05-20T17:37:48.364" v="648" actId="14861"/>
          <ac:picMkLst>
            <pc:docMk/>
            <pc:sldMk cId="1678596359" sldId="256"/>
            <ac:picMk id="31" creationId="{F2D3EC40-C97A-444F-94FC-72C3FEB61BBF}"/>
          </ac:picMkLst>
        </pc:picChg>
        <pc:picChg chg="add mod ord">
          <ac:chgData name="arai.uakit@mail.ru" userId="594af42aa880b63e" providerId="LiveId" clId="{7F72614D-B0A6-4579-B266-47C624681C39}" dt="2026-05-20T17:37:48.364" v="648" actId="14861"/>
          <ac:picMkLst>
            <pc:docMk/>
            <pc:sldMk cId="1678596359" sldId="256"/>
            <ac:picMk id="32" creationId="{1DADA47B-9FD2-6BC9-F9F6-FC2B0D4072C5}"/>
          </ac:picMkLst>
        </pc:picChg>
        <pc:picChg chg="add mod ord">
          <ac:chgData name="arai.uakit@mail.ru" userId="594af42aa880b63e" providerId="LiveId" clId="{7F72614D-B0A6-4579-B266-47C624681C39}" dt="2026-05-20T17:37:59.293" v="655" actId="171"/>
          <ac:picMkLst>
            <pc:docMk/>
            <pc:sldMk cId="1678596359" sldId="256"/>
            <ac:picMk id="33" creationId="{41F030A9-1E9B-91C0-581C-E95E781D4D8E}"/>
          </ac:picMkLst>
        </pc:picChg>
        <pc:picChg chg="add mod ord">
          <ac:chgData name="arai.uakit@mail.ru" userId="594af42aa880b63e" providerId="LiveId" clId="{7F72614D-B0A6-4579-B266-47C624681C39}" dt="2026-05-20T17:37:59.293" v="655" actId="171"/>
          <ac:picMkLst>
            <pc:docMk/>
            <pc:sldMk cId="1678596359" sldId="256"/>
            <ac:picMk id="34" creationId="{0B3CAEB7-751C-8F0E-A841-D933AFC734FF}"/>
          </ac:picMkLst>
        </pc:picChg>
        <pc:picChg chg="add mod ord">
          <ac:chgData name="arai.uakit@mail.ru" userId="594af42aa880b63e" providerId="LiveId" clId="{7F72614D-B0A6-4579-B266-47C624681C39}" dt="2026-05-20T17:37:59.293" v="655" actId="171"/>
          <ac:picMkLst>
            <pc:docMk/>
            <pc:sldMk cId="1678596359" sldId="256"/>
            <ac:picMk id="35" creationId="{A72BD03D-75EB-7DC1-3477-994F22AD56F1}"/>
          </ac:picMkLst>
        </pc:picChg>
        <pc:picChg chg="add mod ord">
          <ac:chgData name="arai.uakit@mail.ru" userId="594af42aa880b63e" providerId="LiveId" clId="{7F72614D-B0A6-4579-B266-47C624681C39}" dt="2026-05-20T17:37:59.293" v="655" actId="171"/>
          <ac:picMkLst>
            <pc:docMk/>
            <pc:sldMk cId="1678596359" sldId="256"/>
            <ac:picMk id="36" creationId="{7B3A28B1-A4F0-8E01-699B-3CB4A11DED8A}"/>
          </ac:picMkLst>
        </pc:picChg>
        <pc:picChg chg="add mod ord">
          <ac:chgData name="arai.uakit@mail.ru" userId="594af42aa880b63e" providerId="LiveId" clId="{7F72614D-B0A6-4579-B266-47C624681C39}" dt="2026-05-20T17:37:59.293" v="655" actId="171"/>
          <ac:picMkLst>
            <pc:docMk/>
            <pc:sldMk cId="1678596359" sldId="256"/>
            <ac:picMk id="37" creationId="{EEDF6761-634B-B492-2DB3-7F09EBC35C2F}"/>
          </ac:picMkLst>
        </pc:picChg>
        <pc:picChg chg="add mod ord">
          <ac:chgData name="arai.uakit@mail.ru" userId="594af42aa880b63e" providerId="LiveId" clId="{7F72614D-B0A6-4579-B266-47C624681C39}" dt="2026-05-20T17:37:59.293" v="655" actId="171"/>
          <ac:picMkLst>
            <pc:docMk/>
            <pc:sldMk cId="1678596359" sldId="256"/>
            <ac:picMk id="38" creationId="{0276F6F5-74BC-018D-BEE4-788872F80576}"/>
          </ac:picMkLst>
        </pc:picChg>
        <pc:picChg chg="add mod ord">
          <ac:chgData name="arai.uakit@mail.ru" userId="594af42aa880b63e" providerId="LiveId" clId="{7F72614D-B0A6-4579-B266-47C624681C39}" dt="2026-05-20T17:37:59.293" v="655" actId="171"/>
          <ac:picMkLst>
            <pc:docMk/>
            <pc:sldMk cId="1678596359" sldId="256"/>
            <ac:picMk id="39" creationId="{739C8D22-B530-04F6-34C6-05B9CC37F9FF}"/>
          </ac:picMkLst>
        </pc:picChg>
        <pc:picChg chg="add mod ord">
          <ac:chgData name="arai.uakit@mail.ru" userId="594af42aa880b63e" providerId="LiveId" clId="{7F72614D-B0A6-4579-B266-47C624681C39}" dt="2026-05-20T17:37:59.293" v="655" actId="171"/>
          <ac:picMkLst>
            <pc:docMk/>
            <pc:sldMk cId="1678596359" sldId="256"/>
            <ac:picMk id="40" creationId="{4F91E5C9-33B0-9F20-10A5-AEB768CA28E0}"/>
          </ac:picMkLst>
        </pc:picChg>
        <pc:picChg chg="add mod ord">
          <ac:chgData name="arai.uakit@mail.ru" userId="594af42aa880b63e" providerId="LiveId" clId="{7F72614D-B0A6-4579-B266-47C624681C39}" dt="2026-05-20T17:37:59.293" v="655" actId="171"/>
          <ac:picMkLst>
            <pc:docMk/>
            <pc:sldMk cId="1678596359" sldId="256"/>
            <ac:picMk id="41" creationId="{3F48F0A1-4233-7FE2-70AB-932E6F3039FE}"/>
          </ac:picMkLst>
        </pc:picChg>
      </pc:sldChg>
      <pc:sldChg chg="addSp delSp modSp new mod ord modTransition setBg addAnim delAnim modAnim">
        <pc:chgData name="arai.uakit@mail.ru" userId="594af42aa880b63e" providerId="LiveId" clId="{7F72614D-B0A6-4579-B266-47C624681C39}" dt="2026-05-25T17:27:41.024" v="5468"/>
        <pc:sldMkLst>
          <pc:docMk/>
          <pc:sldMk cId="2548635448" sldId="257"/>
        </pc:sldMkLst>
        <pc:spChg chg="mod">
          <ac:chgData name="arai.uakit@mail.ru" userId="594af42aa880b63e" providerId="LiveId" clId="{7F72614D-B0A6-4579-B266-47C624681C39}" dt="2026-05-24T10:42:45.289" v="1022" actId="207"/>
          <ac:spMkLst>
            <pc:docMk/>
            <pc:sldMk cId="2548635448" sldId="257"/>
            <ac:spMk id="2" creationId="{DF9F40D7-345D-6915-ACF1-EC04274E2629}"/>
          </ac:spMkLst>
        </pc:spChg>
        <pc:spChg chg="add mod">
          <ac:chgData name="arai.uakit@mail.ru" userId="594af42aa880b63e" providerId="LiveId" clId="{7F72614D-B0A6-4579-B266-47C624681C39}" dt="2026-05-20T18:05:35.909" v="883" actId="1076"/>
          <ac:spMkLst>
            <pc:docMk/>
            <pc:sldMk cId="2548635448" sldId="257"/>
            <ac:spMk id="18" creationId="{BE993766-FC15-64E4-0A66-4FE7E5BE3BA0}"/>
          </ac:spMkLst>
        </pc:spChg>
        <pc:spChg chg="add mod">
          <ac:chgData name="arai.uakit@mail.ru" userId="594af42aa880b63e" providerId="LiveId" clId="{7F72614D-B0A6-4579-B266-47C624681C39}" dt="2026-05-20T18:04:14.373" v="875" actId="207"/>
          <ac:spMkLst>
            <pc:docMk/>
            <pc:sldMk cId="2548635448" sldId="257"/>
            <ac:spMk id="19" creationId="{FDF1807B-7C7C-D097-70B3-03F7FC763DE7}"/>
          </ac:spMkLst>
        </pc:spChg>
        <pc:spChg chg="add mod">
          <ac:chgData name="arai.uakit@mail.ru" userId="594af42aa880b63e" providerId="LiveId" clId="{7F72614D-B0A6-4579-B266-47C624681C39}" dt="2026-05-24T10:41:14.167" v="1007" actId="207"/>
          <ac:spMkLst>
            <pc:docMk/>
            <pc:sldMk cId="2548635448" sldId="257"/>
            <ac:spMk id="20" creationId="{363FD62D-28F3-9408-190B-398CD6751DB3}"/>
          </ac:spMkLst>
        </pc:spChg>
        <pc:spChg chg="add mod">
          <ac:chgData name="arai.uakit@mail.ru" userId="594af42aa880b63e" providerId="LiveId" clId="{7F72614D-B0A6-4579-B266-47C624681C39}" dt="2026-05-20T18:02:44.182" v="865" actId="1076"/>
          <ac:spMkLst>
            <pc:docMk/>
            <pc:sldMk cId="2548635448" sldId="257"/>
            <ac:spMk id="23" creationId="{4B30C514-C3AA-7ACE-281C-FC171D1CCD0A}"/>
          </ac:spMkLst>
        </pc:spChg>
        <pc:spChg chg="add mod">
          <ac:chgData name="arai.uakit@mail.ru" userId="594af42aa880b63e" providerId="LiveId" clId="{7F72614D-B0A6-4579-B266-47C624681C39}" dt="2026-05-20T18:03:57.629" v="872" actId="255"/>
          <ac:spMkLst>
            <pc:docMk/>
            <pc:sldMk cId="2548635448" sldId="257"/>
            <ac:spMk id="24" creationId="{F9FCE1CB-2271-27B8-0D02-68CC0936FAE9}"/>
          </ac:spMkLst>
        </pc:spChg>
        <pc:spChg chg="add mod">
          <ac:chgData name="arai.uakit@mail.ru" userId="594af42aa880b63e" providerId="LiveId" clId="{7F72614D-B0A6-4579-B266-47C624681C39}" dt="2026-05-24T10:42:13.843" v="1017" actId="207"/>
          <ac:spMkLst>
            <pc:docMk/>
            <pc:sldMk cId="2548635448" sldId="257"/>
            <ac:spMk id="26" creationId="{5CDD4ECB-2C05-CB02-9512-0D731C9E1736}"/>
          </ac:spMkLst>
        </pc:spChg>
        <pc:spChg chg="add mod">
          <ac:chgData name="arai.uakit@mail.ru" userId="594af42aa880b63e" providerId="LiveId" clId="{7F72614D-B0A6-4579-B266-47C624681C39}" dt="2026-05-20T18:12:56.380" v="965" actId="20577"/>
          <ac:spMkLst>
            <pc:docMk/>
            <pc:sldMk cId="2548635448" sldId="257"/>
            <ac:spMk id="29" creationId="{3317896E-2902-E889-1CF6-F2F1B7EC38B2}"/>
          </ac:spMkLst>
        </pc:spChg>
        <pc:spChg chg="add mod">
          <ac:chgData name="arai.uakit@mail.ru" userId="594af42aa880b63e" providerId="LiveId" clId="{7F72614D-B0A6-4579-B266-47C624681C39}" dt="2026-05-20T18:07:26.750" v="902" actId="1076"/>
          <ac:spMkLst>
            <pc:docMk/>
            <pc:sldMk cId="2548635448" sldId="257"/>
            <ac:spMk id="30" creationId="{87B8FAE4-E0E6-2660-E3C2-CA91C07B8E7B}"/>
          </ac:spMkLst>
        </pc:spChg>
        <pc:spChg chg="add mod ord">
          <ac:chgData name="arai.uakit@mail.ru" userId="594af42aa880b63e" providerId="LiveId" clId="{7F72614D-B0A6-4579-B266-47C624681C39}" dt="2026-05-24T10:41:47.544" v="1016" actId="208"/>
          <ac:spMkLst>
            <pc:docMk/>
            <pc:sldMk cId="2548635448" sldId="257"/>
            <ac:spMk id="31" creationId="{7CD69722-69F7-9F7C-1013-3764D30128CD}"/>
          </ac:spMkLst>
        </pc:spChg>
        <pc:spChg chg="add mod">
          <ac:chgData name="arai.uakit@mail.ru" userId="594af42aa880b63e" providerId="LiveId" clId="{7F72614D-B0A6-4579-B266-47C624681C39}" dt="2026-05-24T10:41:20.566" v="1008" actId="207"/>
          <ac:spMkLst>
            <pc:docMk/>
            <pc:sldMk cId="2548635448" sldId="257"/>
            <ac:spMk id="32" creationId="{3F71ADBB-9BB2-6175-DED0-348EF14AB673}"/>
          </ac:spMkLst>
        </pc:spChg>
        <pc:spChg chg="add mod">
          <ac:chgData name="arai.uakit@mail.ru" userId="594af42aa880b63e" providerId="LiveId" clId="{7F72614D-B0A6-4579-B266-47C624681C39}" dt="2026-05-24T10:41:23.708" v="1009" actId="207"/>
          <ac:spMkLst>
            <pc:docMk/>
            <pc:sldMk cId="2548635448" sldId="257"/>
            <ac:spMk id="33" creationId="{FB2BE33B-BB17-9774-198B-49F7D9CCD079}"/>
          </ac:spMkLst>
        </pc:spChg>
        <pc:spChg chg="add mod">
          <ac:chgData name="arai.uakit@mail.ru" userId="594af42aa880b63e" providerId="LiveId" clId="{7F72614D-B0A6-4579-B266-47C624681C39}" dt="2026-05-20T18:12:07.134" v="949" actId="14861"/>
          <ac:spMkLst>
            <pc:docMk/>
            <pc:sldMk cId="2548635448" sldId="257"/>
            <ac:spMk id="34" creationId="{501409DC-7798-6D74-4F0C-A31F2465D275}"/>
          </ac:spMkLst>
        </pc:spChg>
        <pc:spChg chg="add mod">
          <ac:chgData name="arai.uakit@mail.ru" userId="594af42aa880b63e" providerId="LiveId" clId="{7F72614D-B0A6-4579-B266-47C624681C39}" dt="2026-05-24T10:41:25.735" v="1010" actId="207"/>
          <ac:spMkLst>
            <pc:docMk/>
            <pc:sldMk cId="2548635448" sldId="257"/>
            <ac:spMk id="35" creationId="{4C8A2919-643F-3DEB-E165-385DD3251844}"/>
          </ac:spMkLst>
        </pc:spChg>
        <pc:spChg chg="add mod">
          <ac:chgData name="arai.uakit@mail.ru" userId="594af42aa880b63e" providerId="LiveId" clId="{7F72614D-B0A6-4579-B266-47C624681C39}" dt="2026-05-20T18:12:07.134" v="949" actId="14861"/>
          <ac:spMkLst>
            <pc:docMk/>
            <pc:sldMk cId="2548635448" sldId="257"/>
            <ac:spMk id="36" creationId="{007F1C79-1B14-D648-53A9-C878AFAC6FB1}"/>
          </ac:spMkLst>
        </pc:spChg>
        <pc:spChg chg="add mod">
          <ac:chgData name="arai.uakit@mail.ru" userId="594af42aa880b63e" providerId="LiveId" clId="{7F72614D-B0A6-4579-B266-47C624681C39}" dt="2026-05-24T10:41:27.747" v="1011" actId="207"/>
          <ac:spMkLst>
            <pc:docMk/>
            <pc:sldMk cId="2548635448" sldId="257"/>
            <ac:spMk id="37" creationId="{6224FC8E-B242-1977-1EC9-50B7AB0D5AD1}"/>
          </ac:spMkLst>
        </pc:spChg>
        <pc:spChg chg="add mod">
          <ac:chgData name="arai.uakit@mail.ru" userId="594af42aa880b63e" providerId="LiveId" clId="{7F72614D-B0A6-4579-B266-47C624681C39}" dt="2026-05-21T04:59:48.092" v="976" actId="14100"/>
          <ac:spMkLst>
            <pc:docMk/>
            <pc:sldMk cId="2548635448" sldId="257"/>
            <ac:spMk id="38" creationId="{326543BB-AB2A-4E58-8128-185B1AE5D071}"/>
          </ac:spMkLst>
        </pc:spChg>
        <pc:picChg chg="add mod">
          <ac:chgData name="arai.uakit@mail.ru" userId="594af42aa880b63e" providerId="LiveId" clId="{7F72614D-B0A6-4579-B266-47C624681C39}" dt="2026-05-20T18:06:05.049" v="890" actId="1076"/>
          <ac:picMkLst>
            <pc:docMk/>
            <pc:sldMk cId="2548635448" sldId="257"/>
            <ac:picMk id="22" creationId="{5B4B4213-D4A0-1223-43B4-6F416D79BF63}"/>
          </ac:picMkLst>
        </pc:picChg>
        <pc:picChg chg="add mod">
          <ac:chgData name="arai.uakit@mail.ru" userId="594af42aa880b63e" providerId="LiveId" clId="{7F72614D-B0A6-4579-B266-47C624681C39}" dt="2026-05-20T18:05:57.146" v="888" actId="1076"/>
          <ac:picMkLst>
            <pc:docMk/>
            <pc:sldMk cId="2548635448" sldId="257"/>
            <ac:picMk id="28" creationId="{8A7FE361-B9D5-ECAA-CFFB-0C3D96EF4D92}"/>
          </ac:picMkLst>
        </pc:picChg>
        <pc:picChg chg="add mod">
          <ac:chgData name="arai.uakit@mail.ru" userId="594af42aa880b63e" providerId="LiveId" clId="{7F72614D-B0A6-4579-B266-47C624681C39}" dt="2026-05-24T10:42:33.279" v="1021" actId="207"/>
          <ac:picMkLst>
            <pc:docMk/>
            <pc:sldMk cId="2548635448" sldId="257"/>
            <ac:picMk id="40" creationId="{F75B21AB-A8D1-4D6D-32E8-C793360E7467}"/>
          </ac:picMkLst>
        </pc:picChg>
        <pc:picChg chg="add mod">
          <ac:chgData name="arai.uakit@mail.ru" userId="594af42aa880b63e" providerId="LiveId" clId="{7F72614D-B0A6-4579-B266-47C624681C39}" dt="2026-05-21T05:04:11.519" v="1002" actId="1076"/>
          <ac:picMkLst>
            <pc:docMk/>
            <pc:sldMk cId="2548635448" sldId="257"/>
            <ac:picMk id="42" creationId="{7468389D-51DA-B4E6-A2F4-C49A5DA372C8}"/>
          </ac:picMkLst>
        </pc:picChg>
      </pc:sldChg>
      <pc:sldChg chg="addSp delSp modSp new mod modTransition addAnim delAnim modAnim">
        <pc:chgData name="arai.uakit@mail.ru" userId="594af42aa880b63e" providerId="LiveId" clId="{7F72614D-B0A6-4579-B266-47C624681C39}" dt="2026-05-25T17:40:33.394" v="5577" actId="255"/>
        <pc:sldMkLst>
          <pc:docMk/>
          <pc:sldMk cId="542396350" sldId="258"/>
        </pc:sldMkLst>
        <pc:spChg chg="mod">
          <ac:chgData name="arai.uakit@mail.ru" userId="594af42aa880b63e" providerId="LiveId" clId="{7F72614D-B0A6-4579-B266-47C624681C39}" dt="2026-05-24T14:31:40.686" v="4001" actId="20577"/>
          <ac:spMkLst>
            <pc:docMk/>
            <pc:sldMk cId="542396350" sldId="258"/>
            <ac:spMk id="2" creationId="{19EC86EE-CA5C-7A32-7573-F78524013DB0}"/>
          </ac:spMkLst>
        </pc:spChg>
        <pc:spChg chg="mod">
          <ac:chgData name="arai.uakit@mail.ru" userId="594af42aa880b63e" providerId="LiveId" clId="{7F72614D-B0A6-4579-B266-47C624681C39}" dt="2026-05-25T17:30:16.595" v="5477" actId="1076"/>
          <ac:spMkLst>
            <pc:docMk/>
            <pc:sldMk cId="542396350" sldId="258"/>
            <ac:spMk id="3" creationId="{FA543F91-85CE-92BF-24DD-193EEF1D8667}"/>
          </ac:spMkLst>
        </pc:spChg>
        <pc:spChg chg="del mod topLvl">
          <ac:chgData name="arai.uakit@mail.ru" userId="594af42aa880b63e" providerId="LiveId" clId="{7F72614D-B0A6-4579-B266-47C624681C39}" dt="2026-05-24T14:19:53.737" v="3873" actId="21"/>
          <ac:spMkLst>
            <pc:docMk/>
            <pc:sldMk cId="542396350" sldId="258"/>
            <ac:spMk id="5" creationId="{7335EE5A-6AC2-C731-D79F-81CF1F6785C1}"/>
          </ac:spMkLst>
        </pc:spChg>
        <pc:spChg chg="del mod topLvl">
          <ac:chgData name="arai.uakit@mail.ru" userId="594af42aa880b63e" providerId="LiveId" clId="{7F72614D-B0A6-4579-B266-47C624681C39}" dt="2026-05-24T14:20:03.470" v="3874" actId="21"/>
          <ac:spMkLst>
            <pc:docMk/>
            <pc:sldMk cId="542396350" sldId="258"/>
            <ac:spMk id="6" creationId="{527F56C3-AFA2-D029-45E4-0DCB43C100BC}"/>
          </ac:spMkLst>
        </pc:spChg>
        <pc:spChg chg="add del mod">
          <ac:chgData name="arai.uakit@mail.ru" userId="594af42aa880b63e" providerId="LiveId" clId="{7F72614D-B0A6-4579-B266-47C624681C39}" dt="2026-05-24T10:43:41.178" v="1027" actId="21"/>
          <ac:spMkLst>
            <pc:docMk/>
            <pc:sldMk cId="542396350" sldId="258"/>
            <ac:spMk id="7" creationId="{7378692F-ACF7-6449-3E10-0B4CE781FC39}"/>
          </ac:spMkLst>
        </pc:spChg>
        <pc:spChg chg="add del mod">
          <ac:chgData name="arai.uakit@mail.ru" userId="594af42aa880b63e" providerId="LiveId" clId="{7F72614D-B0A6-4579-B266-47C624681C39}" dt="2026-05-24T10:44:17.230" v="1037" actId="21"/>
          <ac:spMkLst>
            <pc:docMk/>
            <pc:sldMk cId="542396350" sldId="258"/>
            <ac:spMk id="8" creationId="{66E41B3A-ECFA-4C6F-5A74-E471032306A4}"/>
          </ac:spMkLst>
        </pc:spChg>
        <pc:spChg chg="add del mod">
          <ac:chgData name="arai.uakit@mail.ru" userId="594af42aa880b63e" providerId="LiveId" clId="{7F72614D-B0A6-4579-B266-47C624681C39}" dt="2026-05-24T10:44:48.825" v="1045" actId="21"/>
          <ac:spMkLst>
            <pc:docMk/>
            <pc:sldMk cId="542396350" sldId="258"/>
            <ac:spMk id="9" creationId="{759A4AD0-5FAB-6C78-B16F-A1A9FBE483EE}"/>
          </ac:spMkLst>
        </pc:spChg>
        <pc:spChg chg="add mod">
          <ac:chgData name="arai.uakit@mail.ru" userId="594af42aa880b63e" providerId="LiveId" clId="{7F72614D-B0A6-4579-B266-47C624681C39}" dt="2026-05-25T17:30:16.595" v="5477" actId="1076"/>
          <ac:spMkLst>
            <pc:docMk/>
            <pc:sldMk cId="542396350" sldId="258"/>
            <ac:spMk id="10" creationId="{0ACAD2CB-B1FD-AE3A-8BCA-2C4CDE6EE7C4}"/>
          </ac:spMkLst>
        </pc:spChg>
        <pc:spChg chg="add del mod topLvl">
          <ac:chgData name="arai.uakit@mail.ru" userId="594af42aa880b63e" providerId="LiveId" clId="{7F72614D-B0A6-4579-B266-47C624681C39}" dt="2026-05-24T14:20:12.803" v="3877" actId="21"/>
          <ac:spMkLst>
            <pc:docMk/>
            <pc:sldMk cId="542396350" sldId="258"/>
            <ac:spMk id="11" creationId="{849F172E-52FB-DDF0-84CC-466B6D8E164F}"/>
          </ac:spMkLst>
        </pc:spChg>
        <pc:spChg chg="add mod">
          <ac:chgData name="arai.uakit@mail.ru" userId="594af42aa880b63e" providerId="LiveId" clId="{7F72614D-B0A6-4579-B266-47C624681C39}" dt="2026-05-24T10:43:58.061" v="1031"/>
          <ac:spMkLst>
            <pc:docMk/>
            <pc:sldMk cId="542396350" sldId="258"/>
            <ac:spMk id="12" creationId="{7378692F-ACF7-6449-3E10-0B4CE781FC39}"/>
          </ac:spMkLst>
        </pc:spChg>
        <pc:spChg chg="add mod">
          <ac:chgData name="arai.uakit@mail.ru" userId="594af42aa880b63e" providerId="LiveId" clId="{7F72614D-B0A6-4579-B266-47C624681C39}" dt="2026-05-25T10:51:29.641" v="4255" actId="164"/>
          <ac:spMkLst>
            <pc:docMk/>
            <pc:sldMk cId="542396350" sldId="258"/>
            <ac:spMk id="12" creationId="{DAAE1330-8406-DD72-4AC9-0E1FB16D5178}"/>
          </ac:spMkLst>
        </pc:spChg>
        <pc:spChg chg="add mod">
          <ac:chgData name="arai.uakit@mail.ru" userId="594af42aa880b63e" providerId="LiveId" clId="{7F72614D-B0A6-4579-B266-47C624681C39}" dt="2026-05-24T11:19:07.915" v="3607" actId="164"/>
          <ac:spMkLst>
            <pc:docMk/>
            <pc:sldMk cId="542396350" sldId="258"/>
            <ac:spMk id="13" creationId="{23681C7B-9AD2-3B6F-79EF-51F230A5F48F}"/>
          </ac:spMkLst>
        </pc:spChg>
        <pc:spChg chg="add mod">
          <ac:chgData name="arai.uakit@mail.ru" userId="594af42aa880b63e" providerId="LiveId" clId="{7F72614D-B0A6-4579-B266-47C624681C39}" dt="2026-05-25T10:51:29.641" v="4255" actId="164"/>
          <ac:spMkLst>
            <pc:docMk/>
            <pc:sldMk cId="542396350" sldId="258"/>
            <ac:spMk id="13" creationId="{F0ED1F82-A122-0871-C022-8B58B2ED53F7}"/>
          </ac:spMkLst>
        </pc:spChg>
        <pc:spChg chg="add del mod">
          <ac:chgData name="arai.uakit@mail.ru" userId="594af42aa880b63e" providerId="LiveId" clId="{7F72614D-B0A6-4579-B266-47C624681C39}" dt="2026-05-24T10:44:45.320" v="1044" actId="21"/>
          <ac:spMkLst>
            <pc:docMk/>
            <pc:sldMk cId="542396350" sldId="258"/>
            <ac:spMk id="14" creationId="{66E41B3A-ECFA-4C6F-5A74-E471032306A4}"/>
          </ac:spMkLst>
        </pc:spChg>
        <pc:spChg chg="add mod">
          <ac:chgData name="arai.uakit@mail.ru" userId="594af42aa880b63e" providerId="LiveId" clId="{7F72614D-B0A6-4579-B266-47C624681C39}" dt="2026-05-24T10:44:38.306" v="1041" actId="571"/>
          <ac:spMkLst>
            <pc:docMk/>
            <pc:sldMk cId="542396350" sldId="258"/>
            <ac:spMk id="15" creationId="{58D2428F-F6F1-24DD-2E55-1F741EB9F83C}"/>
          </ac:spMkLst>
        </pc:spChg>
        <pc:spChg chg="add mod">
          <ac:chgData name="arai.uakit@mail.ru" userId="594af42aa880b63e" providerId="LiveId" clId="{7F72614D-B0A6-4579-B266-47C624681C39}" dt="2026-05-24T11:20:18.259" v="3708" actId="164"/>
          <ac:spMkLst>
            <pc:docMk/>
            <pc:sldMk cId="542396350" sldId="258"/>
            <ac:spMk id="16" creationId="{B813F2A6-6628-7B1F-26A6-181AE3A4B7A4}"/>
          </ac:spMkLst>
        </pc:spChg>
        <pc:spChg chg="add mod">
          <ac:chgData name="arai.uakit@mail.ru" userId="594af42aa880b63e" providerId="LiveId" clId="{7F72614D-B0A6-4579-B266-47C624681C39}" dt="2026-05-25T17:30:16.595" v="5477" actId="1076"/>
          <ac:spMkLst>
            <pc:docMk/>
            <pc:sldMk cId="542396350" sldId="258"/>
            <ac:spMk id="17" creationId="{055C0650-1C43-8282-75DE-E692203F674A}"/>
          </ac:spMkLst>
        </pc:spChg>
        <pc:spChg chg="add del mod ord topLvl">
          <ac:chgData name="arai.uakit@mail.ru" userId="594af42aa880b63e" providerId="LiveId" clId="{7F72614D-B0A6-4579-B266-47C624681C39}" dt="2026-05-24T14:20:09.921" v="3876" actId="21"/>
          <ac:spMkLst>
            <pc:docMk/>
            <pc:sldMk cId="542396350" sldId="258"/>
            <ac:spMk id="18" creationId="{E346E127-322F-A53A-9719-B865ED37D626}"/>
          </ac:spMkLst>
        </pc:spChg>
        <pc:spChg chg="add mod">
          <ac:chgData name="arai.uakit@mail.ru" userId="594af42aa880b63e" providerId="LiveId" clId="{7F72614D-B0A6-4579-B266-47C624681C39}" dt="2026-05-24T11:19:07.915" v="3607" actId="164"/>
          <ac:spMkLst>
            <pc:docMk/>
            <pc:sldMk cId="542396350" sldId="258"/>
            <ac:spMk id="20" creationId="{B713E91C-557E-CB09-805B-B2105005812C}"/>
          </ac:spMkLst>
        </pc:spChg>
        <pc:spChg chg="add mod">
          <ac:chgData name="arai.uakit@mail.ru" userId="594af42aa880b63e" providerId="LiveId" clId="{7F72614D-B0A6-4579-B266-47C624681C39}" dt="2026-05-24T11:20:18.259" v="3708" actId="164"/>
          <ac:spMkLst>
            <pc:docMk/>
            <pc:sldMk cId="542396350" sldId="258"/>
            <ac:spMk id="22" creationId="{9C103F2B-F78B-5781-C561-866B2B43755C}"/>
          </ac:spMkLst>
        </pc:spChg>
        <pc:spChg chg="add mod">
          <ac:chgData name="arai.uakit@mail.ru" userId="594af42aa880b63e" providerId="LiveId" clId="{7F72614D-B0A6-4579-B266-47C624681C39}" dt="2026-05-25T17:30:16.595" v="5477" actId="1076"/>
          <ac:spMkLst>
            <pc:docMk/>
            <pc:sldMk cId="542396350" sldId="258"/>
            <ac:spMk id="24" creationId="{77C775AB-11A4-C1C0-1459-EC186616D47E}"/>
          </ac:spMkLst>
        </pc:spChg>
        <pc:spChg chg="add del mod">
          <ac:chgData name="arai.uakit@mail.ru" userId="594af42aa880b63e" providerId="LiveId" clId="{7F72614D-B0A6-4579-B266-47C624681C39}" dt="2026-05-24T14:20:25.688" v="3880" actId="21"/>
          <ac:spMkLst>
            <pc:docMk/>
            <pc:sldMk cId="542396350" sldId="258"/>
            <ac:spMk id="25" creationId="{76F30A9B-B8F5-6F14-EFF4-9C7C8F920B37}"/>
          </ac:spMkLst>
        </pc:spChg>
        <pc:spChg chg="add del mod ord">
          <ac:chgData name="arai.uakit@mail.ru" userId="594af42aa880b63e" providerId="LiveId" clId="{7F72614D-B0A6-4579-B266-47C624681C39}" dt="2026-05-24T14:20:06.528" v="3875" actId="21"/>
          <ac:spMkLst>
            <pc:docMk/>
            <pc:sldMk cId="542396350" sldId="258"/>
            <ac:spMk id="26" creationId="{8EDAAD1A-77F0-7184-B605-B4D67C461A10}"/>
          </ac:spMkLst>
        </pc:spChg>
        <pc:spChg chg="add mod">
          <ac:chgData name="arai.uakit@mail.ru" userId="594af42aa880b63e" providerId="LiveId" clId="{7F72614D-B0A6-4579-B266-47C624681C39}" dt="2026-05-25T17:37:32.790" v="5540" actId="255"/>
          <ac:spMkLst>
            <pc:docMk/>
            <pc:sldMk cId="542396350" sldId="258"/>
            <ac:spMk id="27" creationId="{9A2E4135-1ABF-9F4E-FD0E-8C2621CA00F2}"/>
          </ac:spMkLst>
        </pc:spChg>
        <pc:spChg chg="add mod">
          <ac:chgData name="arai.uakit@mail.ru" userId="594af42aa880b63e" providerId="LiveId" clId="{7F72614D-B0A6-4579-B266-47C624681C39}" dt="2026-05-25T17:39:31.721" v="5557" actId="1076"/>
          <ac:spMkLst>
            <pc:docMk/>
            <pc:sldMk cId="542396350" sldId="258"/>
            <ac:spMk id="32" creationId="{A935EAC0-94BE-2F59-EDE2-6F6B5BFA96FB}"/>
          </ac:spMkLst>
        </pc:spChg>
        <pc:spChg chg="add del mod ord">
          <ac:chgData name="arai.uakit@mail.ru" userId="594af42aa880b63e" providerId="LiveId" clId="{7F72614D-B0A6-4579-B266-47C624681C39}" dt="2026-05-24T14:31:12.989" v="3998" actId="21"/>
          <ac:spMkLst>
            <pc:docMk/>
            <pc:sldMk cId="542396350" sldId="258"/>
            <ac:spMk id="32" creationId="{FFDF2373-4238-7611-04D9-0A4D4F66F915}"/>
          </ac:spMkLst>
        </pc:spChg>
        <pc:spChg chg="add mod">
          <ac:chgData name="arai.uakit@mail.ru" userId="594af42aa880b63e" providerId="LiveId" clId="{7F72614D-B0A6-4579-B266-47C624681C39}" dt="2026-05-25T17:40:33.394" v="5577" actId="255"/>
          <ac:spMkLst>
            <pc:docMk/>
            <pc:sldMk cId="542396350" sldId="258"/>
            <ac:spMk id="33" creationId="{606FB68D-796A-D9DA-A1A5-3F78AE9CAB81}"/>
          </ac:spMkLst>
        </pc:spChg>
        <pc:spChg chg="add del mod ord">
          <ac:chgData name="arai.uakit@mail.ru" userId="594af42aa880b63e" providerId="LiveId" clId="{7F72614D-B0A6-4579-B266-47C624681C39}" dt="2026-05-24T14:31:11.559" v="3997" actId="21"/>
          <ac:spMkLst>
            <pc:docMk/>
            <pc:sldMk cId="542396350" sldId="258"/>
            <ac:spMk id="33" creationId="{75C1F784-2168-4717-0A3E-0D1EA03BF2F4}"/>
          </ac:spMkLst>
        </pc:spChg>
        <pc:spChg chg="add mod">
          <ac:chgData name="arai.uakit@mail.ru" userId="594af42aa880b63e" providerId="LiveId" clId="{7F72614D-B0A6-4579-B266-47C624681C39}" dt="2026-05-25T10:51:42.584" v="4257" actId="14861"/>
          <ac:spMkLst>
            <pc:docMk/>
            <pc:sldMk cId="542396350" sldId="258"/>
            <ac:spMk id="42" creationId="{8F7129B7-A16A-992C-8DA9-0F23E807ACA9}"/>
          </ac:spMkLst>
        </pc:spChg>
        <pc:spChg chg="add del mod">
          <ac:chgData name="arai.uakit@mail.ru" userId="594af42aa880b63e" providerId="LiveId" clId="{7F72614D-B0A6-4579-B266-47C624681C39}" dt="2026-05-24T14:41:54.616" v="4081" actId="21"/>
          <ac:spMkLst>
            <pc:docMk/>
            <pc:sldMk cId="542396350" sldId="258"/>
            <ac:spMk id="43" creationId="{55F4A1B8-BAC9-CAD9-1D30-CC93586FFC4F}"/>
          </ac:spMkLst>
        </pc:spChg>
        <pc:spChg chg="add mod">
          <ac:chgData name="arai.uakit@mail.ru" userId="594af42aa880b63e" providerId="LiveId" clId="{7F72614D-B0A6-4579-B266-47C624681C39}" dt="2026-05-24T14:43:30.924" v="4092"/>
          <ac:spMkLst>
            <pc:docMk/>
            <pc:sldMk cId="542396350" sldId="258"/>
            <ac:spMk id="47" creationId="{D66D0FFC-3C1B-5D4E-0A8A-A17C4495EB51}"/>
          </ac:spMkLst>
        </pc:spChg>
        <pc:grpChg chg="add del mod">
          <ac:chgData name="arai.uakit@mail.ru" userId="594af42aa880b63e" providerId="LiveId" clId="{7F72614D-B0A6-4579-B266-47C624681C39}" dt="2026-05-24T14:19:53.737" v="3873" actId="21"/>
          <ac:grpSpMkLst>
            <pc:docMk/>
            <pc:sldMk cId="542396350" sldId="258"/>
            <ac:grpSpMk id="4" creationId="{8E00942F-E7E1-73D9-9B74-DA53976EC760}"/>
          </ac:grpSpMkLst>
        </pc:grpChg>
        <pc:grpChg chg="add del mod">
          <ac:chgData name="arai.uakit@mail.ru" userId="594af42aa880b63e" providerId="LiveId" clId="{7F72614D-B0A6-4579-B266-47C624681C39}" dt="2026-05-25T17:30:00.122" v="5476" actId="21"/>
          <ac:grpSpMkLst>
            <pc:docMk/>
            <pc:sldMk cId="542396350" sldId="258"/>
            <ac:grpSpMk id="14" creationId="{17E277B7-F082-65BF-6146-5674DB771463}"/>
          </ac:grpSpMkLst>
        </pc:grpChg>
        <pc:grpChg chg="add del mod">
          <ac:chgData name="arai.uakit@mail.ru" userId="594af42aa880b63e" providerId="LiveId" clId="{7F72614D-B0A6-4579-B266-47C624681C39}" dt="2026-05-24T14:20:09.921" v="3876" actId="21"/>
          <ac:grpSpMkLst>
            <pc:docMk/>
            <pc:sldMk cId="542396350" sldId="258"/>
            <ac:grpSpMk id="19" creationId="{754F5184-D890-2707-2BC8-ADE00B7CF2B4}"/>
          </ac:grpSpMkLst>
        </pc:grpChg>
        <pc:grpChg chg="add del mod ord">
          <ac:chgData name="arai.uakit@mail.ru" userId="594af42aa880b63e" providerId="LiveId" clId="{7F72614D-B0A6-4579-B266-47C624681C39}" dt="2026-05-24T14:20:25.688" v="3880" actId="21"/>
          <ac:grpSpMkLst>
            <pc:docMk/>
            <pc:sldMk cId="542396350" sldId="258"/>
            <ac:grpSpMk id="21" creationId="{4D7D2583-B5F0-1DA5-6D4F-888A31D3A9AF}"/>
          </ac:grpSpMkLst>
        </pc:grpChg>
        <pc:grpChg chg="add del mod">
          <ac:chgData name="arai.uakit@mail.ru" userId="594af42aa880b63e" providerId="LiveId" clId="{7F72614D-B0A6-4579-B266-47C624681C39}" dt="2026-05-24T14:20:25.688" v="3880" actId="21"/>
          <ac:grpSpMkLst>
            <pc:docMk/>
            <pc:sldMk cId="542396350" sldId="258"/>
            <ac:grpSpMk id="23" creationId="{6DFB46D3-827B-E586-8577-5F7ECD8DF0C3}"/>
          </ac:grpSpMkLst>
        </pc:grpChg>
        <pc:graphicFrameChg chg="add del mod modGraphic">
          <ac:chgData name="arai.uakit@mail.ru" userId="594af42aa880b63e" providerId="LiveId" clId="{7F72614D-B0A6-4579-B266-47C624681C39}" dt="2026-05-25T17:29:56.915" v="5475" actId="21"/>
          <ac:graphicFrameMkLst>
            <pc:docMk/>
            <pc:sldMk cId="542396350" sldId="258"/>
            <ac:graphicFrameMk id="8" creationId="{7CDE357A-F2A0-26A9-A18A-59627414DE06}"/>
          </ac:graphicFrameMkLst>
        </pc:graphicFrameChg>
        <pc:graphicFrameChg chg="add del mod">
          <ac:chgData name="arai.uakit@mail.ru" userId="594af42aa880b63e" providerId="LiveId" clId="{7F72614D-B0A6-4579-B266-47C624681C39}" dt="2026-05-24T14:33:45.750" v="4007"/>
          <ac:graphicFrameMkLst>
            <pc:docMk/>
            <pc:sldMk cId="542396350" sldId="258"/>
            <ac:graphicFrameMk id="36" creationId="{8F0B25A4-0DCE-9873-F12F-3551107866FA}"/>
          </ac:graphicFrameMkLst>
        </pc:graphicFrameChg>
        <pc:graphicFrameChg chg="add del mod modGraphic">
          <ac:chgData name="arai.uakit@mail.ru" userId="594af42aa880b63e" providerId="LiveId" clId="{7F72614D-B0A6-4579-B266-47C624681C39}" dt="2026-05-25T17:29:49.587" v="5473" actId="21"/>
          <ac:graphicFrameMkLst>
            <pc:docMk/>
            <pc:sldMk cId="542396350" sldId="258"/>
            <ac:graphicFrameMk id="37" creationId="{25BA7A7A-1AF1-FAE6-01FB-4775CF107163}"/>
          </ac:graphicFrameMkLst>
        </pc:graphicFrameChg>
        <pc:graphicFrameChg chg="add del modGraphic">
          <ac:chgData name="arai.uakit@mail.ru" userId="594af42aa880b63e" providerId="LiveId" clId="{7F72614D-B0A6-4579-B266-47C624681C39}" dt="2026-05-24T14:43:31.352" v="4093" actId="1032"/>
          <ac:graphicFrameMkLst>
            <pc:docMk/>
            <pc:sldMk cId="542396350" sldId="258"/>
            <ac:graphicFrameMk id="46" creationId="{E9E4F1BA-9F03-379E-F684-3C482404CEA5}"/>
          </ac:graphicFrameMkLst>
        </pc:graphicFrameChg>
        <pc:graphicFrameChg chg="add del mod modGraphic">
          <ac:chgData name="arai.uakit@mail.ru" userId="594af42aa880b63e" providerId="LiveId" clId="{7F72614D-B0A6-4579-B266-47C624681C39}" dt="2026-05-25T17:29:52.138" v="5474" actId="21"/>
          <ac:graphicFrameMkLst>
            <pc:docMk/>
            <pc:sldMk cId="542396350" sldId="258"/>
            <ac:graphicFrameMk id="48" creationId="{1760736D-7E69-0F8E-AE65-96CDD7061EBB}"/>
          </ac:graphicFrameMkLst>
        </pc:graphicFrameChg>
        <pc:picChg chg="add del mod">
          <ac:chgData name="arai.uakit@mail.ru" userId="594af42aa880b63e" providerId="LiveId" clId="{7F72614D-B0A6-4579-B266-47C624681C39}" dt="2026-05-25T10:38:09.259" v="4172" actId="21"/>
          <ac:picMkLst>
            <pc:docMk/>
            <pc:sldMk cId="542396350" sldId="258"/>
            <ac:picMk id="5" creationId="{6D3742FE-3806-7DC9-0684-76871EF883EC}"/>
          </ac:picMkLst>
        </pc:picChg>
        <pc:picChg chg="add del mod">
          <ac:chgData name="arai.uakit@mail.ru" userId="594af42aa880b63e" providerId="LiveId" clId="{7F72614D-B0A6-4579-B266-47C624681C39}" dt="2026-05-25T10:41:05.639" v="4175" actId="21"/>
          <ac:picMkLst>
            <pc:docMk/>
            <pc:sldMk cId="542396350" sldId="258"/>
            <ac:picMk id="7" creationId="{47FD28A2-E2C5-F591-1176-8B36F6550E80}"/>
          </ac:picMkLst>
        </pc:picChg>
        <pc:picChg chg="add del mod">
          <ac:chgData name="arai.uakit@mail.ru" userId="594af42aa880b63e" providerId="LiveId" clId="{7F72614D-B0A6-4579-B266-47C624681C39}" dt="2026-05-25T10:46:49.128" v="4200" actId="21"/>
          <ac:picMkLst>
            <pc:docMk/>
            <pc:sldMk cId="542396350" sldId="258"/>
            <ac:picMk id="11" creationId="{2907FF7E-88BF-B197-42C1-EF402EF82AFA}"/>
          </ac:picMkLst>
        </pc:picChg>
        <pc:picChg chg="add mod">
          <ac:chgData name="arai.uakit@mail.ru" userId="594af42aa880b63e" providerId="LiveId" clId="{7F72614D-B0A6-4579-B266-47C624681C39}" dt="2026-05-25T17:30:19.860" v="5478" actId="1076"/>
          <ac:picMkLst>
            <pc:docMk/>
            <pc:sldMk cId="542396350" sldId="258"/>
            <ac:picMk id="16" creationId="{A0DAC5B8-D4B4-D39A-8715-08684EAFA730}"/>
          </ac:picMkLst>
        </pc:picChg>
        <pc:picChg chg="add del mod">
          <ac:chgData name="arai.uakit@mail.ru" userId="594af42aa880b63e" providerId="LiveId" clId="{7F72614D-B0A6-4579-B266-47C624681C39}" dt="2026-05-25T17:34:46.046" v="5508" actId="21"/>
          <ac:picMkLst>
            <pc:docMk/>
            <pc:sldMk cId="542396350" sldId="258"/>
            <ac:picMk id="19" creationId="{5610E316-86EF-597F-B73A-0F2259D241AF}"/>
          </ac:picMkLst>
        </pc:picChg>
        <pc:picChg chg="add del mod">
          <ac:chgData name="arai.uakit@mail.ru" userId="594af42aa880b63e" providerId="LiveId" clId="{7F72614D-B0A6-4579-B266-47C624681C39}" dt="2026-05-25T17:34:44.233" v="5507" actId="21"/>
          <ac:picMkLst>
            <pc:docMk/>
            <pc:sldMk cId="542396350" sldId="258"/>
            <ac:picMk id="21" creationId="{AA09AB8F-F420-31F9-ACF6-13930B033E56}"/>
          </ac:picMkLst>
        </pc:picChg>
        <pc:picChg chg="add del mod">
          <ac:chgData name="arai.uakit@mail.ru" userId="594af42aa880b63e" providerId="LiveId" clId="{7F72614D-B0A6-4579-B266-47C624681C39}" dt="2026-05-25T17:34:41.979" v="5506" actId="21"/>
          <ac:picMkLst>
            <pc:docMk/>
            <pc:sldMk cId="542396350" sldId="258"/>
            <ac:picMk id="23" creationId="{26625494-9979-6FB6-47D1-2DBFD9638500}"/>
          </ac:picMkLst>
        </pc:picChg>
        <pc:picChg chg="add del mod">
          <ac:chgData name="arai.uakit@mail.ru" userId="594af42aa880b63e" providerId="LiveId" clId="{7F72614D-B0A6-4579-B266-47C624681C39}" dt="2026-05-25T17:34:38.187" v="5505" actId="21"/>
          <ac:picMkLst>
            <pc:docMk/>
            <pc:sldMk cId="542396350" sldId="258"/>
            <ac:picMk id="26" creationId="{CC826171-0996-B5A2-F2AC-D89D29A3063B}"/>
          </ac:picMkLst>
        </pc:picChg>
        <pc:picChg chg="add mod">
          <ac:chgData name="arai.uakit@mail.ru" userId="594af42aa880b63e" providerId="LiveId" clId="{7F72614D-B0A6-4579-B266-47C624681C39}" dt="2026-05-25T17:30:16.595" v="5477" actId="1076"/>
          <ac:picMkLst>
            <pc:docMk/>
            <pc:sldMk cId="542396350" sldId="258"/>
            <ac:picMk id="28" creationId="{FFB29D1E-82FE-2E7F-F2B5-AA95A02E7F1C}"/>
          </ac:picMkLst>
        </pc:picChg>
        <pc:picChg chg="add mod">
          <ac:chgData name="arai.uakit@mail.ru" userId="594af42aa880b63e" providerId="LiveId" clId="{7F72614D-B0A6-4579-B266-47C624681C39}" dt="2026-05-25T17:30:16.595" v="5477" actId="1076"/>
          <ac:picMkLst>
            <pc:docMk/>
            <pc:sldMk cId="542396350" sldId="258"/>
            <ac:picMk id="29" creationId="{0E98AE3B-D3DB-E541-22C9-C6018EC27EF2}"/>
          </ac:picMkLst>
        </pc:picChg>
        <pc:picChg chg="add mod">
          <ac:chgData name="arai.uakit@mail.ru" userId="594af42aa880b63e" providerId="LiveId" clId="{7F72614D-B0A6-4579-B266-47C624681C39}" dt="2026-05-25T17:30:16.595" v="5477" actId="1076"/>
          <ac:picMkLst>
            <pc:docMk/>
            <pc:sldMk cId="542396350" sldId="258"/>
            <ac:picMk id="30" creationId="{97D4738C-EBCE-55CD-908C-75F61AC08FB4}"/>
          </ac:picMkLst>
        </pc:picChg>
        <pc:picChg chg="add mod">
          <ac:chgData name="arai.uakit@mail.ru" userId="594af42aa880b63e" providerId="LiveId" clId="{7F72614D-B0A6-4579-B266-47C624681C39}" dt="2026-05-25T17:30:16.595" v="5477" actId="1076"/>
          <ac:picMkLst>
            <pc:docMk/>
            <pc:sldMk cId="542396350" sldId="258"/>
            <ac:picMk id="31" creationId="{7A0CAF3C-C6FB-2B78-7804-167825464136}"/>
          </ac:picMkLst>
        </pc:picChg>
        <pc:picChg chg="add del mod">
          <ac:chgData name="arai.uakit@mail.ru" userId="594af42aa880b63e" providerId="LiveId" clId="{7F72614D-B0A6-4579-B266-47C624681C39}" dt="2026-05-24T14:39:20.873" v="4067" actId="21"/>
          <ac:picMkLst>
            <pc:docMk/>
            <pc:sldMk cId="542396350" sldId="258"/>
            <ac:picMk id="39" creationId="{BF7D80BA-9477-C714-0DEF-B81CC596A042}"/>
          </ac:picMkLst>
        </pc:picChg>
        <pc:picChg chg="add del mod">
          <ac:chgData name="arai.uakit@mail.ru" userId="594af42aa880b63e" providerId="LiveId" clId="{7F72614D-B0A6-4579-B266-47C624681C39}" dt="2026-05-24T14:40:04.903" v="4070" actId="21"/>
          <ac:picMkLst>
            <pc:docMk/>
            <pc:sldMk cId="542396350" sldId="258"/>
            <ac:picMk id="41" creationId="{B801DBEC-0A3B-1418-EE36-15FAD27BCCD9}"/>
          </ac:picMkLst>
        </pc:picChg>
        <pc:picChg chg="add mod">
          <ac:chgData name="arai.uakit@mail.ru" userId="594af42aa880b63e" providerId="LiveId" clId="{7F72614D-B0A6-4579-B266-47C624681C39}" dt="2026-05-24T14:42:38.947" v="4085" actId="207"/>
          <ac:picMkLst>
            <pc:docMk/>
            <pc:sldMk cId="542396350" sldId="258"/>
            <ac:picMk id="45" creationId="{97CA9EE1-3610-9B06-7F2B-1192F3CB1008}"/>
          </ac:picMkLst>
        </pc:picChg>
      </pc:sldChg>
      <pc:sldChg chg="addSp delSp modSp new mod modTransition setBg addAnim delAnim modAnim">
        <pc:chgData name="arai.uakit@mail.ru" userId="594af42aa880b63e" providerId="LiveId" clId="{7F72614D-B0A6-4579-B266-47C624681C39}" dt="2026-05-25T17:28:32.400" v="5472"/>
        <pc:sldMkLst>
          <pc:docMk/>
          <pc:sldMk cId="626816854" sldId="259"/>
        </pc:sldMkLst>
        <pc:spChg chg="mod">
          <ac:chgData name="arai.uakit@mail.ru" userId="594af42aa880b63e" providerId="LiveId" clId="{7F72614D-B0A6-4579-B266-47C624681C39}" dt="2026-05-25T15:14:45.553" v="4331" actId="14861"/>
          <ac:spMkLst>
            <pc:docMk/>
            <pc:sldMk cId="626816854" sldId="259"/>
            <ac:spMk id="2" creationId="{4AC1D434-B23F-13B2-BCD3-17BFB25707E5}"/>
          </ac:spMkLst>
        </pc:spChg>
        <pc:spChg chg="mod">
          <ac:chgData name="arai.uakit@mail.ru" userId="594af42aa880b63e" providerId="LiveId" clId="{7F72614D-B0A6-4579-B266-47C624681C39}" dt="2026-05-25T15:28:42.007" v="4601" actId="1076"/>
          <ac:spMkLst>
            <pc:docMk/>
            <pc:sldMk cId="626816854" sldId="259"/>
            <ac:spMk id="3" creationId="{F86C8C59-21EB-E20E-E1EE-31FB3F55D7D6}"/>
          </ac:spMkLst>
        </pc:spChg>
        <pc:spChg chg="add mod">
          <ac:chgData name="arai.uakit@mail.ru" userId="594af42aa880b63e" providerId="LiveId" clId="{7F72614D-B0A6-4579-B266-47C624681C39}" dt="2026-05-25T15:25:50.152" v="4584" actId="1076"/>
          <ac:spMkLst>
            <pc:docMk/>
            <pc:sldMk cId="626816854" sldId="259"/>
            <ac:spMk id="4" creationId="{9214A40E-9EF9-9712-9D8A-4E674B750A41}"/>
          </ac:spMkLst>
        </pc:spChg>
        <pc:spChg chg="add">
          <ac:chgData name="arai.uakit@mail.ru" userId="594af42aa880b63e" providerId="LiveId" clId="{7F72614D-B0A6-4579-B266-47C624681C39}" dt="2026-05-25T15:09:14.698" v="4287" actId="26606"/>
          <ac:spMkLst>
            <pc:docMk/>
            <pc:sldMk cId="626816854" sldId="259"/>
            <ac:spMk id="9" creationId="{4C608BEB-860E-4094-8511-78603564A75E}"/>
          </ac:spMkLst>
        </pc:spChg>
        <pc:spChg chg="add del mod ord">
          <ac:chgData name="arai.uakit@mail.ru" userId="594af42aa880b63e" providerId="LiveId" clId="{7F72614D-B0A6-4579-B266-47C624681C39}" dt="2026-05-25T15:21:51.036" v="4527" actId="21"/>
          <ac:spMkLst>
            <pc:docMk/>
            <pc:sldMk cId="626816854" sldId="259"/>
            <ac:spMk id="17" creationId="{16FED306-EE8E-844A-1F08-19CA131F8408}"/>
          </ac:spMkLst>
        </pc:spChg>
        <pc:spChg chg="add mod">
          <ac:chgData name="arai.uakit@mail.ru" userId="594af42aa880b63e" providerId="LiveId" clId="{7F72614D-B0A6-4579-B266-47C624681C39}" dt="2026-05-25T15:29:01.296" v="4605" actId="1076"/>
          <ac:spMkLst>
            <pc:docMk/>
            <pc:sldMk cId="626816854" sldId="259"/>
            <ac:spMk id="18" creationId="{C790F8A6-919E-B07F-BBE0-787E64F177AD}"/>
          </ac:spMkLst>
        </pc:spChg>
        <pc:spChg chg="add mod">
          <ac:chgData name="arai.uakit@mail.ru" userId="594af42aa880b63e" providerId="LiveId" clId="{7F72614D-B0A6-4579-B266-47C624681C39}" dt="2026-05-25T15:28:37.130" v="4600" actId="1076"/>
          <ac:spMkLst>
            <pc:docMk/>
            <pc:sldMk cId="626816854" sldId="259"/>
            <ac:spMk id="19" creationId="{82E9F918-2ADA-4ED7-977E-3A33CCAD883B}"/>
          </ac:spMkLst>
        </pc:spChg>
        <pc:spChg chg="add mod">
          <ac:chgData name="arai.uakit@mail.ru" userId="594af42aa880b63e" providerId="LiveId" clId="{7F72614D-B0A6-4579-B266-47C624681C39}" dt="2026-05-25T15:25:50.152" v="4584" actId="1076"/>
          <ac:spMkLst>
            <pc:docMk/>
            <pc:sldMk cId="626816854" sldId="259"/>
            <ac:spMk id="20" creationId="{A5221235-29C0-3F4D-1F46-DA0F0A90F617}"/>
          </ac:spMkLst>
        </pc:spChg>
        <pc:spChg chg="add mod">
          <ac:chgData name="arai.uakit@mail.ru" userId="594af42aa880b63e" providerId="LiveId" clId="{7F72614D-B0A6-4579-B266-47C624681C39}" dt="2026-05-25T15:25:50.152" v="4584" actId="1076"/>
          <ac:spMkLst>
            <pc:docMk/>
            <pc:sldMk cId="626816854" sldId="259"/>
            <ac:spMk id="21" creationId="{1A4159CD-8A8B-8684-CF2C-6DB71A2BE2C4}"/>
          </ac:spMkLst>
        </pc:spChg>
        <pc:spChg chg="add mod ord">
          <ac:chgData name="arai.uakit@mail.ru" userId="594af42aa880b63e" providerId="LiveId" clId="{7F72614D-B0A6-4579-B266-47C624681C39}" dt="2026-05-25T17:19:48.159" v="5373" actId="1076"/>
          <ac:spMkLst>
            <pc:docMk/>
            <pc:sldMk cId="626816854" sldId="259"/>
            <ac:spMk id="22" creationId="{9F2F2609-201C-50B4-1871-C88528A76DC8}"/>
          </ac:spMkLst>
        </pc:spChg>
        <pc:spChg chg="add mod">
          <ac:chgData name="arai.uakit@mail.ru" userId="594af42aa880b63e" providerId="LiveId" clId="{7F72614D-B0A6-4579-B266-47C624681C39}" dt="2026-05-25T15:46:45.993" v="4633" actId="1076"/>
          <ac:spMkLst>
            <pc:docMk/>
            <pc:sldMk cId="626816854" sldId="259"/>
            <ac:spMk id="23" creationId="{F876CD63-BA62-9C91-CFDD-4743E56D8AD5}"/>
          </ac:spMkLst>
        </pc:spChg>
        <pc:spChg chg="add mod">
          <ac:chgData name="arai.uakit@mail.ru" userId="594af42aa880b63e" providerId="LiveId" clId="{7F72614D-B0A6-4579-B266-47C624681C39}" dt="2026-05-25T15:43:18.508" v="4623" actId="14861"/>
          <ac:spMkLst>
            <pc:docMk/>
            <pc:sldMk cId="626816854" sldId="259"/>
            <ac:spMk id="24" creationId="{ACFFE2FA-FF7E-064D-D6FC-D5F73B27F014}"/>
          </ac:spMkLst>
        </pc:spChg>
        <pc:spChg chg="add mod">
          <ac:chgData name="arai.uakit@mail.ru" userId="594af42aa880b63e" providerId="LiveId" clId="{7F72614D-B0A6-4579-B266-47C624681C39}" dt="2026-05-25T15:43:22" v="4624" actId="14861"/>
          <ac:spMkLst>
            <pc:docMk/>
            <pc:sldMk cId="626816854" sldId="259"/>
            <ac:spMk id="25" creationId="{BDE96A27-C3CD-33BE-F571-D41BF4538F7F}"/>
          </ac:spMkLst>
        </pc:spChg>
        <pc:spChg chg="add mod">
          <ac:chgData name="arai.uakit@mail.ru" userId="594af42aa880b63e" providerId="LiveId" clId="{7F72614D-B0A6-4579-B266-47C624681C39}" dt="2026-05-25T15:43:27.661" v="4625" actId="14861"/>
          <ac:spMkLst>
            <pc:docMk/>
            <pc:sldMk cId="626816854" sldId="259"/>
            <ac:spMk id="26" creationId="{7B7AD760-F187-DD5C-7D20-9AF72C26E4CD}"/>
          </ac:spMkLst>
        </pc:spChg>
        <pc:picChg chg="add mod">
          <ac:chgData name="arai.uakit@mail.ru" userId="594af42aa880b63e" providerId="LiveId" clId="{7F72614D-B0A6-4579-B266-47C624681C39}" dt="2026-05-25T15:14:32.656" v="4330" actId="1076"/>
          <ac:picMkLst>
            <pc:docMk/>
            <pc:sldMk cId="626816854" sldId="259"/>
            <ac:picMk id="6" creationId="{C4A79297-D167-2227-9CEC-F1CBEE13F5F5}"/>
          </ac:picMkLst>
        </pc:picChg>
        <pc:picChg chg="add mod">
          <ac:chgData name="arai.uakit@mail.ru" userId="594af42aa880b63e" providerId="LiveId" clId="{7F72614D-B0A6-4579-B266-47C624681C39}" dt="2026-05-25T15:17:12.362" v="4339" actId="1076"/>
          <ac:picMkLst>
            <pc:docMk/>
            <pc:sldMk cId="626816854" sldId="259"/>
            <ac:picMk id="8" creationId="{8C4FDA20-540F-477F-2313-6AB95D9CDC17}"/>
          </ac:picMkLst>
        </pc:picChg>
        <pc:picChg chg="add del mod">
          <ac:chgData name="arai.uakit@mail.ru" userId="594af42aa880b63e" providerId="LiveId" clId="{7F72614D-B0A6-4579-B266-47C624681C39}" dt="2026-05-25T15:18:19.984" v="4495" actId="21"/>
          <ac:picMkLst>
            <pc:docMk/>
            <pc:sldMk cId="626816854" sldId="259"/>
            <ac:picMk id="12" creationId="{9D591751-4F62-7926-10F8-E58B3D6AF3CF}"/>
          </ac:picMkLst>
        </pc:picChg>
        <pc:picChg chg="add mod">
          <ac:chgData name="arai.uakit@mail.ru" userId="594af42aa880b63e" providerId="LiveId" clId="{7F72614D-B0A6-4579-B266-47C624681C39}" dt="2026-05-25T15:19:30.403" v="4502" actId="1076"/>
          <ac:picMkLst>
            <pc:docMk/>
            <pc:sldMk cId="626816854" sldId="259"/>
            <ac:picMk id="14" creationId="{62F9E748-DDD6-21B0-E0CF-EBFA101ED1CC}"/>
          </ac:picMkLst>
        </pc:picChg>
        <pc:picChg chg="add del mod">
          <ac:chgData name="arai.uakit@mail.ru" userId="594af42aa880b63e" providerId="LiveId" clId="{7F72614D-B0A6-4579-B266-47C624681C39}" dt="2026-05-25T15:44:07.118" v="4628" actId="21"/>
          <ac:picMkLst>
            <pc:docMk/>
            <pc:sldMk cId="626816854" sldId="259"/>
            <ac:picMk id="16" creationId="{1358D37A-C1DC-DD51-BCFA-12FE163EF8E9}"/>
          </ac:picMkLst>
        </pc:picChg>
        <pc:picChg chg="add mod">
          <ac:chgData name="arai.uakit@mail.ru" userId="594af42aa880b63e" providerId="LiveId" clId="{7F72614D-B0A6-4579-B266-47C624681C39}" dt="2026-05-25T15:46:50.460" v="4636" actId="1076"/>
          <ac:picMkLst>
            <pc:docMk/>
            <pc:sldMk cId="626816854" sldId="259"/>
            <ac:picMk id="28" creationId="{FFE6D13C-4BF6-073B-B09A-53596D189734}"/>
          </ac:picMkLst>
        </pc:picChg>
        <pc:cxnChg chg="add">
          <ac:chgData name="arai.uakit@mail.ru" userId="594af42aa880b63e" providerId="LiveId" clId="{7F72614D-B0A6-4579-B266-47C624681C39}" dt="2026-05-25T15:09:14.698" v="4287" actId="26606"/>
          <ac:cxnSpMkLst>
            <pc:docMk/>
            <pc:sldMk cId="626816854" sldId="259"/>
            <ac:cxnSpMk id="11" creationId="{1F16A8D4-FE87-4604-88B2-394B5D1EB437}"/>
          </ac:cxnSpMkLst>
        </pc:cxnChg>
      </pc:sldChg>
      <pc:sldChg chg="addSp delSp modSp new mod modTransition addAnim delAnim modAnim">
        <pc:chgData name="arai.uakit@mail.ru" userId="594af42aa880b63e" providerId="LiveId" clId="{7F72614D-B0A6-4579-B266-47C624681C39}" dt="2026-05-25T17:23:40.067" v="5429" actId="207"/>
        <pc:sldMkLst>
          <pc:docMk/>
          <pc:sldMk cId="3194222408" sldId="260"/>
        </pc:sldMkLst>
        <pc:spChg chg="mod ord">
          <ac:chgData name="arai.uakit@mail.ru" userId="594af42aa880b63e" providerId="LiveId" clId="{7F72614D-B0A6-4579-B266-47C624681C39}" dt="2026-05-25T15:58:39.931" v="4695" actId="207"/>
          <ac:spMkLst>
            <pc:docMk/>
            <pc:sldMk cId="3194222408" sldId="260"/>
            <ac:spMk id="2" creationId="{143BDFDC-B825-0424-8A16-CB8407CA119E}"/>
          </ac:spMkLst>
        </pc:spChg>
        <pc:spChg chg="del">
          <ac:chgData name="arai.uakit@mail.ru" userId="594af42aa880b63e" providerId="LiveId" clId="{7F72614D-B0A6-4579-B266-47C624681C39}" dt="2026-05-25T15:48:55.974" v="4640"/>
          <ac:spMkLst>
            <pc:docMk/>
            <pc:sldMk cId="3194222408" sldId="260"/>
            <ac:spMk id="3" creationId="{D7464AB7-A3E1-60A8-6481-6FC783990D36}"/>
          </ac:spMkLst>
        </pc:spChg>
        <pc:spChg chg="add mod">
          <ac:chgData name="arai.uakit@mail.ru" userId="594af42aa880b63e" providerId="LiveId" clId="{7F72614D-B0A6-4579-B266-47C624681C39}" dt="2026-05-25T15:58:43.492" v="4696" actId="207"/>
          <ac:spMkLst>
            <pc:docMk/>
            <pc:sldMk cId="3194222408" sldId="260"/>
            <ac:spMk id="4" creationId="{89A69220-582A-B8E8-9235-CB0AE7B7101C}"/>
          </ac:spMkLst>
        </pc:spChg>
        <pc:spChg chg="add mod">
          <ac:chgData name="arai.uakit@mail.ru" userId="594af42aa880b63e" providerId="LiveId" clId="{7F72614D-B0A6-4579-B266-47C624681C39}" dt="2026-05-25T15:58:46.052" v="4697" actId="207"/>
          <ac:spMkLst>
            <pc:docMk/>
            <pc:sldMk cId="3194222408" sldId="260"/>
            <ac:spMk id="5" creationId="{881A49ED-639E-E972-55D3-AF3723177C6D}"/>
          </ac:spMkLst>
        </pc:spChg>
        <pc:spChg chg="add">
          <ac:chgData name="arai.uakit@mail.ru" userId="594af42aa880b63e" providerId="LiveId" clId="{7F72614D-B0A6-4579-B266-47C624681C39}" dt="2026-05-25T15:51:14.052" v="4652"/>
          <ac:spMkLst>
            <pc:docMk/>
            <pc:sldMk cId="3194222408" sldId="260"/>
            <ac:spMk id="6" creationId="{368D4428-15CF-C11F-1645-42A8B5F1211C}"/>
          </ac:spMkLst>
        </pc:spChg>
        <pc:spChg chg="add mod">
          <ac:chgData name="arai.uakit@mail.ru" userId="594af42aa880b63e" providerId="LiveId" clId="{7F72614D-B0A6-4579-B266-47C624681C39}" dt="2026-05-25T15:58:21.079" v="4694" actId="14861"/>
          <ac:spMkLst>
            <pc:docMk/>
            <pc:sldMk cId="3194222408" sldId="260"/>
            <ac:spMk id="9" creationId="{EF520BE7-3B47-101C-82D2-142DCBB806FF}"/>
          </ac:spMkLst>
        </pc:spChg>
        <pc:spChg chg="add mod">
          <ac:chgData name="arai.uakit@mail.ru" userId="594af42aa880b63e" providerId="LiveId" clId="{7F72614D-B0A6-4579-B266-47C624681C39}" dt="2026-05-25T15:59:41.826" v="4703" actId="207"/>
          <ac:spMkLst>
            <pc:docMk/>
            <pc:sldMk cId="3194222408" sldId="260"/>
            <ac:spMk id="10" creationId="{5E7FF6B0-6ADB-AC6C-A8F4-1A0E8005F984}"/>
          </ac:spMkLst>
        </pc:spChg>
        <pc:spChg chg="add mod">
          <ac:chgData name="arai.uakit@mail.ru" userId="594af42aa880b63e" providerId="LiveId" clId="{7F72614D-B0A6-4579-B266-47C624681C39}" dt="2026-05-25T15:59:50.400" v="4705" actId="1076"/>
          <ac:spMkLst>
            <pc:docMk/>
            <pc:sldMk cId="3194222408" sldId="260"/>
            <ac:spMk id="11" creationId="{76F8E26D-66B0-97D8-3274-7412A757AF7A}"/>
          </ac:spMkLst>
        </pc:spChg>
        <pc:spChg chg="add mod">
          <ac:chgData name="arai.uakit@mail.ru" userId="594af42aa880b63e" providerId="LiveId" clId="{7F72614D-B0A6-4579-B266-47C624681C39}" dt="2026-05-25T15:59:55.959" v="4707" actId="1076"/>
          <ac:spMkLst>
            <pc:docMk/>
            <pc:sldMk cId="3194222408" sldId="260"/>
            <ac:spMk id="12" creationId="{8F907F57-D4C7-24C5-9D12-FFC9FEB7EA89}"/>
          </ac:spMkLst>
        </pc:spChg>
        <pc:spChg chg="add mod">
          <ac:chgData name="arai.uakit@mail.ru" userId="594af42aa880b63e" providerId="LiveId" clId="{7F72614D-B0A6-4579-B266-47C624681C39}" dt="2026-05-25T16:00:02.313" v="4709" actId="1076"/>
          <ac:spMkLst>
            <pc:docMk/>
            <pc:sldMk cId="3194222408" sldId="260"/>
            <ac:spMk id="13" creationId="{153EAC1B-039B-47E5-4752-0527FC843E87}"/>
          </ac:spMkLst>
        </pc:spChg>
        <pc:spChg chg="add mod">
          <ac:chgData name="arai.uakit@mail.ru" userId="594af42aa880b63e" providerId="LiveId" clId="{7F72614D-B0A6-4579-B266-47C624681C39}" dt="2026-05-25T16:03:28.692" v="4724" actId="208"/>
          <ac:spMkLst>
            <pc:docMk/>
            <pc:sldMk cId="3194222408" sldId="260"/>
            <ac:spMk id="14" creationId="{D37E913A-4147-62E0-3D82-25CF8D577F89}"/>
          </ac:spMkLst>
        </pc:spChg>
        <pc:spChg chg="add mod">
          <ac:chgData name="arai.uakit@mail.ru" userId="594af42aa880b63e" providerId="LiveId" clId="{7F72614D-B0A6-4579-B266-47C624681C39}" dt="2026-05-25T16:03:07.289" v="4718" actId="1076"/>
          <ac:spMkLst>
            <pc:docMk/>
            <pc:sldMk cId="3194222408" sldId="260"/>
            <ac:spMk id="15" creationId="{BC63C45C-9C46-459A-80C4-F749AC48FAB5}"/>
          </ac:spMkLst>
        </pc:spChg>
        <pc:spChg chg="add mod">
          <ac:chgData name="arai.uakit@mail.ru" userId="594af42aa880b63e" providerId="LiveId" clId="{7F72614D-B0A6-4579-B266-47C624681C39}" dt="2026-05-25T16:03:30.892" v="4726" actId="208"/>
          <ac:spMkLst>
            <pc:docMk/>
            <pc:sldMk cId="3194222408" sldId="260"/>
            <ac:spMk id="16" creationId="{EF109B63-D108-A1A9-D4B9-0D01213A54CB}"/>
          </ac:spMkLst>
        </pc:spChg>
        <pc:spChg chg="add mod">
          <ac:chgData name="arai.uakit@mail.ru" userId="594af42aa880b63e" providerId="LiveId" clId="{7F72614D-B0A6-4579-B266-47C624681C39}" dt="2026-05-25T16:03:37.061" v="4728" actId="1076"/>
          <ac:spMkLst>
            <pc:docMk/>
            <pc:sldMk cId="3194222408" sldId="260"/>
            <ac:spMk id="17" creationId="{BA667534-964E-F452-00D1-A70016EA6187}"/>
          </ac:spMkLst>
        </pc:spChg>
        <pc:spChg chg="add mod">
          <ac:chgData name="arai.uakit@mail.ru" userId="594af42aa880b63e" providerId="LiveId" clId="{7F72614D-B0A6-4579-B266-47C624681C39}" dt="2026-05-25T16:03:42.947" v="4730" actId="1076"/>
          <ac:spMkLst>
            <pc:docMk/>
            <pc:sldMk cId="3194222408" sldId="260"/>
            <ac:spMk id="18" creationId="{AB22C494-1E1F-052B-F525-425696E09856}"/>
          </ac:spMkLst>
        </pc:spChg>
        <pc:spChg chg="add mod">
          <ac:chgData name="arai.uakit@mail.ru" userId="594af42aa880b63e" providerId="LiveId" clId="{7F72614D-B0A6-4579-B266-47C624681C39}" dt="2026-05-25T16:03:48.024" v="4732" actId="1076"/>
          <ac:spMkLst>
            <pc:docMk/>
            <pc:sldMk cId="3194222408" sldId="260"/>
            <ac:spMk id="19" creationId="{5C3C4A9C-27A6-968F-5BB4-93C5AD539E6E}"/>
          </ac:spMkLst>
        </pc:spChg>
        <pc:spChg chg="add mod">
          <ac:chgData name="arai.uakit@mail.ru" userId="594af42aa880b63e" providerId="LiveId" clId="{7F72614D-B0A6-4579-B266-47C624681C39}" dt="2026-05-25T16:03:53.329" v="4734" actId="1076"/>
          <ac:spMkLst>
            <pc:docMk/>
            <pc:sldMk cId="3194222408" sldId="260"/>
            <ac:spMk id="20" creationId="{04B555B2-DDDB-E438-93EE-501914E2059F}"/>
          </ac:spMkLst>
        </pc:spChg>
        <pc:spChg chg="add mod">
          <ac:chgData name="arai.uakit@mail.ru" userId="594af42aa880b63e" providerId="LiveId" clId="{7F72614D-B0A6-4579-B266-47C624681C39}" dt="2026-05-25T17:23:40.067" v="5429" actId="207"/>
          <ac:spMkLst>
            <pc:docMk/>
            <pc:sldMk cId="3194222408" sldId="260"/>
            <ac:spMk id="21" creationId="{C5F94669-F8D2-84A3-D9B1-EC0F33BFFA92}"/>
          </ac:spMkLst>
        </pc:spChg>
        <pc:spChg chg="add del mod">
          <ac:chgData name="arai.uakit@mail.ru" userId="594af42aa880b63e" providerId="LiveId" clId="{7F72614D-B0A6-4579-B266-47C624681C39}" dt="2026-05-25T16:07:53.020" v="4897" actId="21"/>
          <ac:spMkLst>
            <pc:docMk/>
            <pc:sldMk cId="3194222408" sldId="260"/>
            <ac:spMk id="22" creationId="{77122648-17DC-8EEA-FD6D-7074EDAD231A}"/>
          </ac:spMkLst>
        </pc:spChg>
        <pc:spChg chg="add del mod">
          <ac:chgData name="arai.uakit@mail.ru" userId="594af42aa880b63e" providerId="LiveId" clId="{7F72614D-B0A6-4579-B266-47C624681C39}" dt="2026-05-25T16:07:44.836" v="4894" actId="21"/>
          <ac:spMkLst>
            <pc:docMk/>
            <pc:sldMk cId="3194222408" sldId="260"/>
            <ac:spMk id="23" creationId="{472AA8CE-B43E-BA91-9D39-25A9508E6E41}"/>
          </ac:spMkLst>
        </pc:spChg>
        <pc:spChg chg="add del mod">
          <ac:chgData name="arai.uakit@mail.ru" userId="594af42aa880b63e" providerId="LiveId" clId="{7F72614D-B0A6-4579-B266-47C624681C39}" dt="2026-05-25T16:07:51.271" v="4896" actId="21"/>
          <ac:spMkLst>
            <pc:docMk/>
            <pc:sldMk cId="3194222408" sldId="260"/>
            <ac:spMk id="24" creationId="{4745C070-FD6A-224F-7A89-72F88015D748}"/>
          </ac:spMkLst>
        </pc:spChg>
        <pc:picChg chg="add mod">
          <ac:chgData name="arai.uakit@mail.ru" userId="594af42aa880b63e" providerId="LiveId" clId="{7F72614D-B0A6-4579-B266-47C624681C39}" dt="2026-05-25T16:01:08.191" v="4713" actId="1076"/>
          <ac:picMkLst>
            <pc:docMk/>
            <pc:sldMk cId="3194222408" sldId="260"/>
            <ac:picMk id="8" creationId="{ABE91DEE-79AE-92CA-EC96-9A1E094AA6DF}"/>
          </ac:picMkLst>
        </pc:picChg>
      </pc:sldChg>
      <pc:sldChg chg="addSp delSp modSp new mod modTransition setBg addAnim delAnim modAnim">
        <pc:chgData name="arai.uakit@mail.ru" userId="594af42aa880b63e" providerId="LiveId" clId="{7F72614D-B0A6-4579-B266-47C624681C39}" dt="2026-05-25T17:23:18.819" v="5428"/>
        <pc:sldMkLst>
          <pc:docMk/>
          <pc:sldMk cId="1745742878" sldId="261"/>
        </pc:sldMkLst>
        <pc:spChg chg="mod">
          <ac:chgData name="arai.uakit@mail.ru" userId="594af42aa880b63e" providerId="LiveId" clId="{7F72614D-B0A6-4579-B266-47C624681C39}" dt="2026-05-25T16:12:41.804" v="4943" actId="207"/>
          <ac:spMkLst>
            <pc:docMk/>
            <pc:sldMk cId="1745742878" sldId="261"/>
            <ac:spMk id="2" creationId="{A75EE357-185A-E6EF-92A8-C9D1DDB84B04}"/>
          </ac:spMkLst>
        </pc:spChg>
        <pc:spChg chg="mod">
          <ac:chgData name="arai.uakit@mail.ru" userId="594af42aa880b63e" providerId="LiveId" clId="{7F72614D-B0A6-4579-B266-47C624681C39}" dt="2026-05-25T16:12:45.350" v="4944" actId="207"/>
          <ac:spMkLst>
            <pc:docMk/>
            <pc:sldMk cId="1745742878" sldId="261"/>
            <ac:spMk id="3" creationId="{AC91453C-A00E-E7CE-7F0B-CD0D99AE21F8}"/>
          </ac:spMkLst>
        </pc:spChg>
        <pc:spChg chg="add mod">
          <ac:chgData name="arai.uakit@mail.ru" userId="594af42aa880b63e" providerId="LiveId" clId="{7F72614D-B0A6-4579-B266-47C624681C39}" dt="2026-05-25T16:12:16.505" v="4940" actId="207"/>
          <ac:spMkLst>
            <pc:docMk/>
            <pc:sldMk cId="1745742878" sldId="261"/>
            <ac:spMk id="4" creationId="{6202C97A-E2CD-C46A-A4FE-0BA0E186714F}"/>
          </ac:spMkLst>
        </pc:spChg>
        <pc:spChg chg="add del mod">
          <ac:chgData name="arai.uakit@mail.ru" userId="594af42aa880b63e" providerId="LiveId" clId="{7F72614D-B0A6-4579-B266-47C624681C39}" dt="2026-05-25T16:11:33.868" v="4925" actId="21"/>
          <ac:spMkLst>
            <pc:docMk/>
            <pc:sldMk cId="1745742878" sldId="261"/>
            <ac:spMk id="5" creationId="{A2F269B4-6869-C9BF-6175-ACC7C8A7126E}"/>
          </ac:spMkLst>
        </pc:spChg>
        <pc:spChg chg="add del mod">
          <ac:chgData name="arai.uakit@mail.ru" userId="594af42aa880b63e" providerId="LiveId" clId="{7F72614D-B0A6-4579-B266-47C624681C39}" dt="2026-05-25T16:11:44.431" v="4929" actId="21"/>
          <ac:spMkLst>
            <pc:docMk/>
            <pc:sldMk cId="1745742878" sldId="261"/>
            <ac:spMk id="6" creationId="{455C3EB8-444A-C81A-2A7E-F7C22BAFE2DC}"/>
          </ac:spMkLst>
        </pc:spChg>
        <pc:spChg chg="add mod">
          <ac:chgData name="arai.uakit@mail.ru" userId="594af42aa880b63e" providerId="LiveId" clId="{7F72614D-B0A6-4579-B266-47C624681C39}" dt="2026-05-25T16:17:27.437" v="4980" actId="1076"/>
          <ac:spMkLst>
            <pc:docMk/>
            <pc:sldMk cId="1745742878" sldId="261"/>
            <ac:spMk id="7" creationId="{887A09ED-B31D-DEDF-DDD5-F637E1D3B2DA}"/>
          </ac:spMkLst>
        </pc:spChg>
        <pc:spChg chg="add mod">
          <ac:chgData name="arai.uakit@mail.ru" userId="594af42aa880b63e" providerId="LiveId" clId="{7F72614D-B0A6-4579-B266-47C624681C39}" dt="2026-05-25T16:12:20.051" v="4942" actId="207"/>
          <ac:spMkLst>
            <pc:docMk/>
            <pc:sldMk cId="1745742878" sldId="261"/>
            <ac:spMk id="8" creationId="{C2DDB6AC-F2E8-EA2B-3DEB-971B713FA19C}"/>
          </ac:spMkLst>
        </pc:spChg>
        <pc:spChg chg="add mod">
          <ac:chgData name="arai.uakit@mail.ru" userId="594af42aa880b63e" providerId="LiveId" clId="{7F72614D-B0A6-4579-B266-47C624681C39}" dt="2026-05-25T16:14:08.944" v="4961" actId="1076"/>
          <ac:spMkLst>
            <pc:docMk/>
            <pc:sldMk cId="1745742878" sldId="261"/>
            <ac:spMk id="9" creationId="{B6CCB6C1-EB7D-C4A5-651E-CBF2BE483E3E}"/>
          </ac:spMkLst>
        </pc:spChg>
        <pc:spChg chg="add mod">
          <ac:chgData name="arai.uakit@mail.ru" userId="594af42aa880b63e" providerId="LiveId" clId="{7F72614D-B0A6-4579-B266-47C624681C39}" dt="2026-05-25T16:13:56.640" v="4959" actId="1076"/>
          <ac:spMkLst>
            <pc:docMk/>
            <pc:sldMk cId="1745742878" sldId="261"/>
            <ac:spMk id="10" creationId="{016A88C0-7118-0FB2-C47E-084A4A2BBB65}"/>
          </ac:spMkLst>
        </pc:spChg>
        <pc:spChg chg="add mod">
          <ac:chgData name="arai.uakit@mail.ru" userId="594af42aa880b63e" providerId="LiveId" clId="{7F72614D-B0A6-4579-B266-47C624681C39}" dt="2026-05-25T16:16:40.887" v="4973" actId="1076"/>
          <ac:spMkLst>
            <pc:docMk/>
            <pc:sldMk cId="1745742878" sldId="261"/>
            <ac:spMk id="13" creationId="{AD8C9EF1-E67E-E004-094D-84A8EDEAF7E6}"/>
          </ac:spMkLst>
        </pc:spChg>
        <pc:spChg chg="add mod">
          <ac:chgData name="arai.uakit@mail.ru" userId="594af42aa880b63e" providerId="LiveId" clId="{7F72614D-B0A6-4579-B266-47C624681C39}" dt="2026-05-25T16:17:00.602" v="4976"/>
          <ac:spMkLst>
            <pc:docMk/>
            <pc:sldMk cId="1745742878" sldId="261"/>
            <ac:spMk id="14" creationId="{CB957641-D54F-8955-8873-9E79686B64A3}"/>
          </ac:spMkLst>
        </pc:spChg>
        <pc:spChg chg="add mod">
          <ac:chgData name="arai.uakit@mail.ru" userId="594af42aa880b63e" providerId="LiveId" clId="{7F72614D-B0A6-4579-B266-47C624681C39}" dt="2026-05-25T16:18:33.425" v="4992" actId="1076"/>
          <ac:spMkLst>
            <pc:docMk/>
            <pc:sldMk cId="1745742878" sldId="261"/>
            <ac:spMk id="17" creationId="{8D39B6CD-8785-CD24-A92E-13C10C79F409}"/>
          </ac:spMkLst>
        </pc:spChg>
        <pc:spChg chg="add mod">
          <ac:chgData name="arai.uakit@mail.ru" userId="594af42aa880b63e" providerId="LiveId" clId="{7F72614D-B0A6-4579-B266-47C624681C39}" dt="2026-05-25T16:19:06.695" v="4997" actId="1076"/>
          <ac:spMkLst>
            <pc:docMk/>
            <pc:sldMk cId="1745742878" sldId="261"/>
            <ac:spMk id="18" creationId="{A13B614D-6D17-361B-08AB-C8210D873218}"/>
          </ac:spMkLst>
        </pc:spChg>
        <pc:picChg chg="add mod">
          <ac:chgData name="arai.uakit@mail.ru" userId="594af42aa880b63e" providerId="LiveId" clId="{7F72614D-B0A6-4579-B266-47C624681C39}" dt="2026-05-25T16:15:58.852" v="4967" actId="1076"/>
          <ac:picMkLst>
            <pc:docMk/>
            <pc:sldMk cId="1745742878" sldId="261"/>
            <ac:picMk id="12" creationId="{90BBA5A9-3167-92D8-8F3E-A165C159247E}"/>
          </ac:picMkLst>
        </pc:picChg>
        <pc:picChg chg="add mod">
          <ac:chgData name="arai.uakit@mail.ru" userId="594af42aa880b63e" providerId="LiveId" clId="{7F72614D-B0A6-4579-B266-47C624681C39}" dt="2026-05-25T16:17:39.180" v="4983" actId="1076"/>
          <ac:picMkLst>
            <pc:docMk/>
            <pc:sldMk cId="1745742878" sldId="261"/>
            <ac:picMk id="16" creationId="{F3D2B8F4-AA93-E163-ED34-3B27605DCF1C}"/>
          </ac:picMkLst>
        </pc:picChg>
        <pc:picChg chg="add mod">
          <ac:chgData name="arai.uakit@mail.ru" userId="594af42aa880b63e" providerId="LiveId" clId="{7F72614D-B0A6-4579-B266-47C624681C39}" dt="2026-05-25T16:45:14.462" v="5001" actId="1076"/>
          <ac:picMkLst>
            <pc:docMk/>
            <pc:sldMk cId="1745742878" sldId="261"/>
            <ac:picMk id="20" creationId="{EC11DCE4-F2C3-DF7F-0887-D2DEA6D149C7}"/>
          </ac:picMkLst>
        </pc:picChg>
        <pc:picChg chg="add mod">
          <ac:chgData name="arai.uakit@mail.ru" userId="594af42aa880b63e" providerId="LiveId" clId="{7F72614D-B0A6-4579-B266-47C624681C39}" dt="2026-05-25T16:47:54.958" v="5010" actId="1076"/>
          <ac:picMkLst>
            <pc:docMk/>
            <pc:sldMk cId="1745742878" sldId="261"/>
            <ac:picMk id="22" creationId="{0A2807C8-EB1E-E544-9A0A-E1B2C8BE340C}"/>
          </ac:picMkLst>
        </pc:picChg>
        <pc:picChg chg="add mod">
          <ac:chgData name="arai.uakit@mail.ru" userId="594af42aa880b63e" providerId="LiveId" clId="{7F72614D-B0A6-4579-B266-47C624681C39}" dt="2026-05-25T16:47:44.742" v="5009" actId="1076"/>
          <ac:picMkLst>
            <pc:docMk/>
            <pc:sldMk cId="1745742878" sldId="261"/>
            <ac:picMk id="23" creationId="{1ECB991E-05F3-45BA-BA0D-8F89573C723E}"/>
          </ac:picMkLst>
        </pc:picChg>
      </pc:sldChg>
      <pc:sldChg chg="addSp delSp modSp new mod modTransition setBg addAnim delAnim modAnim">
        <pc:chgData name="arai.uakit@mail.ru" userId="594af42aa880b63e" providerId="LiveId" clId="{7F72614D-B0A6-4579-B266-47C624681C39}" dt="2026-05-25T17:26:44.817" v="5459"/>
        <pc:sldMkLst>
          <pc:docMk/>
          <pc:sldMk cId="2867798776" sldId="262"/>
        </pc:sldMkLst>
        <pc:spChg chg="mod">
          <ac:chgData name="arai.uakit@mail.ru" userId="594af42aa880b63e" providerId="LiveId" clId="{7F72614D-B0A6-4579-B266-47C624681C39}" dt="2026-05-25T16:53:39.049" v="5052" actId="26606"/>
          <ac:spMkLst>
            <pc:docMk/>
            <pc:sldMk cId="2867798776" sldId="262"/>
            <ac:spMk id="2" creationId="{CA182003-BF15-DCE2-B224-DCFC3B9375B1}"/>
          </ac:spMkLst>
        </pc:spChg>
        <pc:spChg chg="mod">
          <ac:chgData name="arai.uakit@mail.ru" userId="594af42aa880b63e" providerId="LiveId" clId="{7F72614D-B0A6-4579-B266-47C624681C39}" dt="2026-05-25T16:55:48.305" v="5063" actId="207"/>
          <ac:spMkLst>
            <pc:docMk/>
            <pc:sldMk cId="2867798776" sldId="262"/>
            <ac:spMk id="3" creationId="{1A8E1C7C-24A4-23F4-9055-AC0F518352EB}"/>
          </ac:spMkLst>
        </pc:spChg>
        <pc:spChg chg="add mod ord">
          <ac:chgData name="arai.uakit@mail.ru" userId="594af42aa880b63e" providerId="LiveId" clId="{7F72614D-B0A6-4579-B266-47C624681C39}" dt="2026-05-25T16:59:52.368" v="5180" actId="170"/>
          <ac:spMkLst>
            <pc:docMk/>
            <pc:sldMk cId="2867798776" sldId="262"/>
            <ac:spMk id="4" creationId="{C302C548-FF42-7732-9DCC-7DABE1717FA8}"/>
          </ac:spMkLst>
        </pc:spChg>
        <pc:spChg chg="add del">
          <ac:chgData name="arai.uakit@mail.ru" userId="594af42aa880b63e" providerId="LiveId" clId="{7F72614D-B0A6-4579-B266-47C624681C39}" dt="2026-05-25T16:55:20.052" v="5054" actId="11529"/>
          <ac:spMkLst>
            <pc:docMk/>
            <pc:sldMk cId="2867798776" sldId="262"/>
            <ac:spMk id="5" creationId="{403C7732-0789-DCC2-ACF0-71BAB1E870F9}"/>
          </ac:spMkLst>
        </pc:spChg>
        <pc:spChg chg="add mod ord">
          <ac:chgData name="arai.uakit@mail.ru" userId="594af42aa880b63e" providerId="LiveId" clId="{7F72614D-B0A6-4579-B266-47C624681C39}" dt="2026-05-25T16:56:05.663" v="5066" actId="1076"/>
          <ac:spMkLst>
            <pc:docMk/>
            <pc:sldMk cId="2867798776" sldId="262"/>
            <ac:spMk id="6" creationId="{4788A7BB-4289-3100-48AF-1A1F1FDB4E1C}"/>
          </ac:spMkLst>
        </pc:spChg>
        <pc:spChg chg="add mod ord">
          <ac:chgData name="arai.uakit@mail.ru" userId="594af42aa880b63e" providerId="LiveId" clId="{7F72614D-B0A6-4579-B266-47C624681C39}" dt="2026-05-25T17:00:02.247" v="5182" actId="170"/>
          <ac:spMkLst>
            <pc:docMk/>
            <pc:sldMk cId="2867798776" sldId="262"/>
            <ac:spMk id="7" creationId="{D86EFCA3-4E0B-1C88-B825-986EECC9BF84}"/>
          </ac:spMkLst>
        </pc:spChg>
        <pc:spChg chg="add del">
          <ac:chgData name="arai.uakit@mail.ru" userId="594af42aa880b63e" providerId="LiveId" clId="{7F72614D-B0A6-4579-B266-47C624681C39}" dt="2026-05-25T16:57:14.851" v="5079" actId="11529"/>
          <ac:spMkLst>
            <pc:docMk/>
            <pc:sldMk cId="2867798776" sldId="262"/>
            <ac:spMk id="8" creationId="{AD74039C-6B51-C48A-FDE9-976135E187B3}"/>
          </ac:spMkLst>
        </pc:spChg>
        <pc:spChg chg="add">
          <ac:chgData name="arai.uakit@mail.ru" userId="594af42aa880b63e" providerId="LiveId" clId="{7F72614D-B0A6-4579-B266-47C624681C39}" dt="2026-05-25T16:53:39.049" v="5052" actId="26606"/>
          <ac:spMkLst>
            <pc:docMk/>
            <pc:sldMk cId="2867798776" sldId="262"/>
            <ac:spMk id="9" creationId="{8CA06CD6-90CA-4C45-856C-6771339E1E22}"/>
          </ac:spMkLst>
        </pc:spChg>
        <pc:spChg chg="add mod">
          <ac:chgData name="arai.uakit@mail.ru" userId="594af42aa880b63e" providerId="LiveId" clId="{7F72614D-B0A6-4579-B266-47C624681C39}" dt="2026-05-25T16:58:14.079" v="5142" actId="1076"/>
          <ac:spMkLst>
            <pc:docMk/>
            <pc:sldMk cId="2867798776" sldId="262"/>
            <ac:spMk id="10" creationId="{DF4665E7-716A-8766-8CBD-CB4CC496ACB8}"/>
          </ac:spMkLst>
        </pc:spChg>
        <pc:spChg chg="add mod">
          <ac:chgData name="arai.uakit@mail.ru" userId="594af42aa880b63e" providerId="LiveId" clId="{7F72614D-B0A6-4579-B266-47C624681C39}" dt="2026-05-25T17:01:39.332" v="5231" actId="207"/>
          <ac:spMkLst>
            <pc:docMk/>
            <pc:sldMk cId="2867798776" sldId="262"/>
            <ac:spMk id="12" creationId="{4A4A25C7-4FF4-C937-B6D6-F816B2CBEBCE}"/>
          </ac:spMkLst>
        </pc:spChg>
        <pc:spChg chg="add mod">
          <ac:chgData name="arai.uakit@mail.ru" userId="594af42aa880b63e" providerId="LiveId" clId="{7F72614D-B0A6-4579-B266-47C624681C39}" dt="2026-05-25T17:01:45.840" v="5232" actId="207"/>
          <ac:spMkLst>
            <pc:docMk/>
            <pc:sldMk cId="2867798776" sldId="262"/>
            <ac:spMk id="13" creationId="{287EF55C-B15B-6369-EDF6-AEA6ADD35C38}"/>
          </ac:spMkLst>
        </pc:spChg>
        <pc:spChg chg="add mod">
          <ac:chgData name="arai.uakit@mail.ru" userId="594af42aa880b63e" providerId="LiveId" clId="{7F72614D-B0A6-4579-B266-47C624681C39}" dt="2026-05-25T16:58:37.311" v="5148" actId="1076"/>
          <ac:spMkLst>
            <pc:docMk/>
            <pc:sldMk cId="2867798776" sldId="262"/>
            <ac:spMk id="14" creationId="{05F01AEB-A5A1-1B6D-4D86-C29392BC3EEA}"/>
          </ac:spMkLst>
        </pc:spChg>
        <pc:spChg chg="add del mod ord">
          <ac:chgData name="arai.uakit@mail.ru" userId="594af42aa880b63e" providerId="LiveId" clId="{7F72614D-B0A6-4579-B266-47C624681C39}" dt="2026-05-25T17:00:18.434" v="5186" actId="21"/>
          <ac:spMkLst>
            <pc:docMk/>
            <pc:sldMk cId="2867798776" sldId="262"/>
            <ac:spMk id="15" creationId="{2B5FA543-5DD2-2DED-2573-03CF01A5C456}"/>
          </ac:spMkLst>
        </pc:spChg>
        <pc:spChg chg="add del mod ord">
          <ac:chgData name="arai.uakit@mail.ru" userId="594af42aa880b63e" providerId="LiveId" clId="{7F72614D-B0A6-4579-B266-47C624681C39}" dt="2026-05-25T17:00:16.291" v="5185" actId="21"/>
          <ac:spMkLst>
            <pc:docMk/>
            <pc:sldMk cId="2867798776" sldId="262"/>
            <ac:spMk id="16" creationId="{812A9C73-5F09-E3AA-59EC-F72392A3942A}"/>
          </ac:spMkLst>
        </pc:spChg>
        <pc:spChg chg="add mod ord">
          <ac:chgData name="arai.uakit@mail.ru" userId="594af42aa880b63e" providerId="LiveId" clId="{7F72614D-B0A6-4579-B266-47C624681C39}" dt="2026-05-25T17:02:26.541" v="5233" actId="14100"/>
          <ac:spMkLst>
            <pc:docMk/>
            <pc:sldMk cId="2867798776" sldId="262"/>
            <ac:spMk id="17" creationId="{A18DFC5C-EE40-5D01-7523-165364037596}"/>
          </ac:spMkLst>
        </pc:spChg>
        <pc:spChg chg="add mod ord">
          <ac:chgData name="arai.uakit@mail.ru" userId="594af42aa880b63e" providerId="LiveId" clId="{7F72614D-B0A6-4579-B266-47C624681C39}" dt="2026-05-25T17:01:04.192" v="5213" actId="171"/>
          <ac:spMkLst>
            <pc:docMk/>
            <pc:sldMk cId="2867798776" sldId="262"/>
            <ac:spMk id="18" creationId="{D146E24E-FAD6-62E1-18A9-A7854FEDAD0F}"/>
          </ac:spMkLst>
        </pc:spChg>
        <pc:cxnChg chg="add">
          <ac:chgData name="arai.uakit@mail.ru" userId="594af42aa880b63e" providerId="LiveId" clId="{7F72614D-B0A6-4579-B266-47C624681C39}" dt="2026-05-25T16:53:39.049" v="5052" actId="26606"/>
          <ac:cxnSpMkLst>
            <pc:docMk/>
            <pc:sldMk cId="2867798776" sldId="262"/>
            <ac:cxnSpMk id="11" creationId="{5021601D-2758-4B15-A31C-FDA184C51B3A}"/>
          </ac:cxnSpMkLst>
        </pc:cxnChg>
      </pc:sldChg>
      <pc:sldChg chg="addSp delSp modSp new mod modTransition setBg">
        <pc:chgData name="arai.uakit@mail.ru" userId="594af42aa880b63e" providerId="LiveId" clId="{7F72614D-B0A6-4579-B266-47C624681C39}" dt="2026-05-25T17:26:54.016" v="5461"/>
        <pc:sldMkLst>
          <pc:docMk/>
          <pc:sldMk cId="2302894221" sldId="263"/>
        </pc:sldMkLst>
        <pc:spChg chg="mod">
          <ac:chgData name="arai.uakit@mail.ru" userId="594af42aa880b63e" providerId="LiveId" clId="{7F72614D-B0A6-4579-B266-47C624681C39}" dt="2026-05-25T17:04:40.575" v="5261" actId="26606"/>
          <ac:spMkLst>
            <pc:docMk/>
            <pc:sldMk cId="2302894221" sldId="263"/>
            <ac:spMk id="2" creationId="{EBB7A12A-B801-C35C-0749-0CFC5C123D1D}"/>
          </ac:spMkLst>
        </pc:spChg>
        <pc:spChg chg="add del ord">
          <ac:chgData name="arai.uakit@mail.ru" userId="594af42aa880b63e" providerId="LiveId" clId="{7F72614D-B0A6-4579-B266-47C624681C39}" dt="2026-05-25T17:04:40.575" v="5261" actId="26606"/>
          <ac:spMkLst>
            <pc:docMk/>
            <pc:sldMk cId="2302894221" sldId="263"/>
            <ac:spMk id="3" creationId="{B5F551F0-2D75-372A-EC32-D9D94C416A78}"/>
          </ac:spMkLst>
        </pc:spChg>
        <pc:spChg chg="add del mod ord">
          <ac:chgData name="arai.uakit@mail.ru" userId="594af42aa880b63e" providerId="LiveId" clId="{7F72614D-B0A6-4579-B266-47C624681C39}" dt="2026-05-25T17:04:18.209" v="5256" actId="21"/>
          <ac:spMkLst>
            <pc:docMk/>
            <pc:sldMk cId="2302894221" sldId="263"/>
            <ac:spMk id="4" creationId="{842AC5E6-EF94-B3B3-22FF-B37B784E21B1}"/>
          </ac:spMkLst>
        </pc:spChg>
        <pc:spChg chg="add del">
          <ac:chgData name="arai.uakit@mail.ru" userId="594af42aa880b63e" providerId="LiveId" clId="{7F72614D-B0A6-4579-B266-47C624681C39}" dt="2026-05-25T17:04:40.559" v="5260" actId="26606"/>
          <ac:spMkLst>
            <pc:docMk/>
            <pc:sldMk cId="2302894221" sldId="263"/>
            <ac:spMk id="10" creationId="{A3363022-C969-41E9-8EB2-E4C94908C1FA}"/>
          </ac:spMkLst>
        </pc:spChg>
        <pc:spChg chg="add del">
          <ac:chgData name="arai.uakit@mail.ru" userId="594af42aa880b63e" providerId="LiveId" clId="{7F72614D-B0A6-4579-B266-47C624681C39}" dt="2026-05-25T17:04:35.702" v="5258" actId="26606"/>
          <ac:spMkLst>
            <pc:docMk/>
            <pc:sldMk cId="2302894221" sldId="263"/>
            <ac:spMk id="12" creationId="{74751229-0244-4FBB-BED1-407467F4C951}"/>
          </ac:spMkLst>
        </pc:spChg>
        <pc:spChg chg="add del">
          <ac:chgData name="arai.uakit@mail.ru" userId="594af42aa880b63e" providerId="LiveId" clId="{7F72614D-B0A6-4579-B266-47C624681C39}" dt="2026-05-25T17:04:40.559" v="5260" actId="26606"/>
          <ac:spMkLst>
            <pc:docMk/>
            <pc:sldMk cId="2302894221" sldId="263"/>
            <ac:spMk id="18" creationId="{8D1AD6B3-BE88-4CEB-BA17-790657CC4729}"/>
          </ac:spMkLst>
        </pc:spChg>
        <pc:spChg chg="add">
          <ac:chgData name="arai.uakit@mail.ru" userId="594af42aa880b63e" providerId="LiveId" clId="{7F72614D-B0A6-4579-B266-47C624681C39}" dt="2026-05-25T17:04:40.575" v="5261" actId="26606"/>
          <ac:spMkLst>
            <pc:docMk/>
            <pc:sldMk cId="2302894221" sldId="263"/>
            <ac:spMk id="21" creationId="{74751229-0244-4FBB-BED1-407467F4C951}"/>
          </ac:spMkLst>
        </pc:spChg>
        <pc:grpChg chg="add del">
          <ac:chgData name="arai.uakit@mail.ru" userId="594af42aa880b63e" providerId="LiveId" clId="{7F72614D-B0A6-4579-B266-47C624681C39}" dt="2026-05-25T17:04:40.559" v="5260" actId="26606"/>
          <ac:grpSpMkLst>
            <pc:docMk/>
            <pc:sldMk cId="2302894221" sldId="263"/>
            <ac:grpSpMk id="14" creationId="{89D1390B-7E13-4B4F-9CB2-391063412E54}"/>
          </ac:grpSpMkLst>
        </pc:grpChg>
        <pc:picChg chg="add del">
          <ac:chgData name="arai.uakit@mail.ru" userId="594af42aa880b63e" providerId="LiveId" clId="{7F72614D-B0A6-4579-B266-47C624681C39}" dt="2026-05-25T17:04:35.702" v="5258" actId="26606"/>
          <ac:picMkLst>
            <pc:docMk/>
            <pc:sldMk cId="2302894221" sldId="263"/>
            <ac:picMk id="7" creationId="{47F4AA27-BC84-5B29-2EBC-58A50A58D6D4}"/>
          </ac:picMkLst>
        </pc:picChg>
        <pc:picChg chg="add del">
          <ac:chgData name="arai.uakit@mail.ru" userId="594af42aa880b63e" providerId="LiveId" clId="{7F72614D-B0A6-4579-B266-47C624681C39}" dt="2026-05-25T17:04:35.702" v="5258" actId="26606"/>
          <ac:picMkLst>
            <pc:docMk/>
            <pc:sldMk cId="2302894221" sldId="263"/>
            <ac:picMk id="9" creationId="{986B26B4-67EB-428E-A09C-90FC78B192B8}"/>
          </ac:picMkLst>
        </pc:picChg>
        <pc:picChg chg="add del">
          <ac:chgData name="arai.uakit@mail.ru" userId="594af42aa880b63e" providerId="LiveId" clId="{7F72614D-B0A6-4579-B266-47C624681C39}" dt="2026-05-25T17:04:40.559" v="5260" actId="26606"/>
          <ac:picMkLst>
            <pc:docMk/>
            <pc:sldMk cId="2302894221" sldId="263"/>
            <ac:picMk id="19" creationId="{EA8038B3-96E4-1E31-5713-1EE1CB5E342E}"/>
          </ac:picMkLst>
        </pc:picChg>
        <pc:picChg chg="add">
          <ac:chgData name="arai.uakit@mail.ru" userId="594af42aa880b63e" providerId="LiveId" clId="{7F72614D-B0A6-4579-B266-47C624681C39}" dt="2026-05-25T17:04:40.575" v="5261" actId="26606"/>
          <ac:picMkLst>
            <pc:docMk/>
            <pc:sldMk cId="2302894221" sldId="263"/>
            <ac:picMk id="22" creationId="{47F4AA27-BC84-5B29-2EBC-58A50A58D6D4}"/>
          </ac:picMkLst>
        </pc:picChg>
        <pc:picChg chg="add">
          <ac:chgData name="arai.uakit@mail.ru" userId="594af42aa880b63e" providerId="LiveId" clId="{7F72614D-B0A6-4579-B266-47C624681C39}" dt="2026-05-25T17:04:40.575" v="5261" actId="26606"/>
          <ac:picMkLst>
            <pc:docMk/>
            <pc:sldMk cId="2302894221" sldId="263"/>
            <ac:picMk id="23" creationId="{986B26B4-67EB-428E-A09C-90FC78B192B8}"/>
          </ac:picMkLst>
        </pc:picChg>
      </pc:sldChg>
      <pc:sldChg chg="addSp delSp modSp new mod modTransition setBg addAnim delAnim modAnim">
        <pc:chgData name="arai.uakit@mail.ru" userId="594af42aa880b63e" providerId="LiveId" clId="{7F72614D-B0A6-4579-B266-47C624681C39}" dt="2026-05-25T17:27:17.378" v="5467"/>
        <pc:sldMkLst>
          <pc:docMk/>
          <pc:sldMk cId="1593787612" sldId="264"/>
        </pc:sldMkLst>
        <pc:spChg chg="mod">
          <ac:chgData name="arai.uakit@mail.ru" userId="594af42aa880b63e" providerId="LiveId" clId="{7F72614D-B0A6-4579-B266-47C624681C39}" dt="2026-05-25T17:09:42.665" v="5272" actId="26606"/>
          <ac:spMkLst>
            <pc:docMk/>
            <pc:sldMk cId="1593787612" sldId="264"/>
            <ac:spMk id="2" creationId="{AE5BA3AA-80AF-5090-EE9A-E02E0511CE86}"/>
          </ac:spMkLst>
        </pc:spChg>
        <pc:spChg chg="add del mod">
          <ac:chgData name="arai.uakit@mail.ru" userId="594af42aa880b63e" providerId="LiveId" clId="{7F72614D-B0A6-4579-B266-47C624681C39}" dt="2026-05-25T17:09:42.665" v="5272" actId="26606"/>
          <ac:spMkLst>
            <pc:docMk/>
            <pc:sldMk cId="1593787612" sldId="264"/>
            <ac:spMk id="3" creationId="{17136A64-6C10-D73A-DD1F-D114F14B2AFC}"/>
          </ac:spMkLst>
        </pc:spChg>
        <pc:spChg chg="add mod">
          <ac:chgData name="arai.uakit@mail.ru" userId="594af42aa880b63e" providerId="LiveId" clId="{7F72614D-B0A6-4579-B266-47C624681C39}" dt="2026-05-25T17:05:36.013" v="5265"/>
          <ac:spMkLst>
            <pc:docMk/>
            <pc:sldMk cId="1593787612" sldId="264"/>
            <ac:spMk id="4" creationId="{6D1034D8-F443-AE5E-2382-C31B87B3D6F9}"/>
          </ac:spMkLst>
        </pc:spChg>
        <pc:spChg chg="add">
          <ac:chgData name="arai.uakit@mail.ru" userId="594af42aa880b63e" providerId="LiveId" clId="{7F72614D-B0A6-4579-B266-47C624681C39}" dt="2026-05-25T17:09:42.665" v="5272" actId="26606"/>
          <ac:spMkLst>
            <pc:docMk/>
            <pc:sldMk cId="1593787612" sldId="264"/>
            <ac:spMk id="9" creationId="{56E9B3E6-E277-4D68-BA48-9CB43FFBD6E2}"/>
          </ac:spMkLst>
        </pc:spChg>
        <pc:spChg chg="add">
          <ac:chgData name="arai.uakit@mail.ru" userId="594af42aa880b63e" providerId="LiveId" clId="{7F72614D-B0A6-4579-B266-47C624681C39}" dt="2026-05-25T17:09:42.665" v="5272" actId="26606"/>
          <ac:spMkLst>
            <pc:docMk/>
            <pc:sldMk cId="1593787612" sldId="264"/>
            <ac:spMk id="16" creationId="{D5B0017B-2ECA-49AF-B397-DC140825DF8D}"/>
          </ac:spMkLst>
        </pc:spChg>
        <pc:grpChg chg="add">
          <ac:chgData name="arai.uakit@mail.ru" userId="594af42aa880b63e" providerId="LiveId" clId="{7F72614D-B0A6-4579-B266-47C624681C39}" dt="2026-05-25T17:09:42.665" v="5272" actId="26606"/>
          <ac:grpSpMkLst>
            <pc:docMk/>
            <pc:sldMk cId="1593787612" sldId="264"/>
            <ac:grpSpMk id="11" creationId="{AE1C45F0-260A-458C-96ED-C1F6D2151219}"/>
          </ac:grpSpMkLst>
        </pc:grpChg>
        <pc:graphicFrameChg chg="add">
          <ac:chgData name="arai.uakit@mail.ru" userId="594af42aa880b63e" providerId="LiveId" clId="{7F72614D-B0A6-4579-B266-47C624681C39}" dt="2026-05-25T17:09:42.665" v="5272" actId="26606"/>
          <ac:graphicFrameMkLst>
            <pc:docMk/>
            <pc:sldMk cId="1593787612" sldId="264"/>
            <ac:graphicFrameMk id="5" creationId="{FDC36FB3-50D2-04E3-9A48-1A86525F277F}"/>
          </ac:graphicFrameMkLst>
        </pc:graphicFrameChg>
        <pc:cxnChg chg="add">
          <ac:chgData name="arai.uakit@mail.ru" userId="594af42aa880b63e" providerId="LiveId" clId="{7F72614D-B0A6-4579-B266-47C624681C39}" dt="2026-05-25T17:09:42.665" v="5272" actId="26606"/>
          <ac:cxnSpMkLst>
            <pc:docMk/>
            <pc:sldMk cId="1593787612" sldId="264"/>
            <ac:cxnSpMk id="18" creationId="{6CF1BAF6-AD41-4082-B212-8A1F9A2E8779}"/>
          </ac:cxnSpMkLst>
        </pc:cxnChg>
      </pc:sldChg>
      <pc:sldChg chg="addSp delSp modSp add mod modTransition modAnim">
        <pc:chgData name="arai.uakit@mail.ru" userId="594af42aa880b63e" providerId="LiveId" clId="{7F72614D-B0A6-4579-B266-47C624681C39}" dt="2026-05-25T17:49:35.802" v="5740" actId="1076"/>
        <pc:sldMkLst>
          <pc:docMk/>
          <pc:sldMk cId="3116620397" sldId="265"/>
        </pc:sldMkLst>
        <pc:spChg chg="mod">
          <ac:chgData name="arai.uakit@mail.ru" userId="594af42aa880b63e" providerId="LiveId" clId="{7F72614D-B0A6-4579-B266-47C624681C39}" dt="2026-05-25T17:33:28.682" v="5496" actId="1076"/>
          <ac:spMkLst>
            <pc:docMk/>
            <pc:sldMk cId="3116620397" sldId="265"/>
            <ac:spMk id="3" creationId="{0CE4DC2F-91AA-3A06-5DEE-6940274C16F4}"/>
          </ac:spMkLst>
        </pc:spChg>
        <pc:spChg chg="add mod">
          <ac:chgData name="arai.uakit@mail.ru" userId="594af42aa880b63e" providerId="LiveId" clId="{7F72614D-B0A6-4579-B266-47C624681C39}" dt="2026-05-25T17:36:28.166" v="5538" actId="1076"/>
          <ac:spMkLst>
            <pc:docMk/>
            <pc:sldMk cId="3116620397" sldId="265"/>
            <ac:spMk id="4" creationId="{B0E474E8-E390-5E21-B66B-CB76F20B563D}"/>
          </ac:spMkLst>
        </pc:spChg>
        <pc:spChg chg="add mod">
          <ac:chgData name="arai.uakit@mail.ru" userId="594af42aa880b63e" providerId="LiveId" clId="{7F72614D-B0A6-4579-B266-47C624681C39}" dt="2026-05-25T17:39:06.473" v="5553" actId="1076"/>
          <ac:spMkLst>
            <pc:docMk/>
            <pc:sldMk cId="3116620397" sldId="265"/>
            <ac:spMk id="5" creationId="{D48EA309-BE76-295A-E84B-0D9CC933F2C0}"/>
          </ac:spMkLst>
        </pc:spChg>
        <pc:spChg chg="add mod">
          <ac:chgData name="arai.uakit@mail.ru" userId="594af42aa880b63e" providerId="LiveId" clId="{7F72614D-B0A6-4579-B266-47C624681C39}" dt="2026-05-25T17:40:18.652" v="5572" actId="1076"/>
          <ac:spMkLst>
            <pc:docMk/>
            <pc:sldMk cId="3116620397" sldId="265"/>
            <ac:spMk id="6" creationId="{3FDF86E8-9349-501A-B275-480075B5BF44}"/>
          </ac:spMkLst>
        </pc:spChg>
        <pc:spChg chg="add mod">
          <ac:chgData name="arai.uakit@mail.ru" userId="594af42aa880b63e" providerId="LiveId" clId="{7F72614D-B0A6-4579-B266-47C624681C39}" dt="2026-05-25T17:46:08.320" v="5646" actId="207"/>
          <ac:spMkLst>
            <pc:docMk/>
            <pc:sldMk cId="3116620397" sldId="265"/>
            <ac:spMk id="8" creationId="{0A629303-27C3-B59E-2001-E2009BD91DA3}"/>
          </ac:spMkLst>
        </pc:spChg>
        <pc:spChg chg="add mod">
          <ac:chgData name="arai.uakit@mail.ru" userId="594af42aa880b63e" providerId="LiveId" clId="{7F72614D-B0A6-4579-B266-47C624681C39}" dt="2026-05-25T17:47:12.027" v="5673" actId="1076"/>
          <ac:spMkLst>
            <pc:docMk/>
            <pc:sldMk cId="3116620397" sldId="265"/>
            <ac:spMk id="9" creationId="{7A5B58E4-6298-515E-0D64-C6DE8ED73D99}"/>
          </ac:spMkLst>
        </pc:spChg>
        <pc:spChg chg="mod">
          <ac:chgData name="arai.uakit@mail.ru" userId="594af42aa880b63e" providerId="LiveId" clId="{7F72614D-B0A6-4579-B266-47C624681C39}" dt="2026-05-25T17:37:52.257" v="5542" actId="1076"/>
          <ac:spMkLst>
            <pc:docMk/>
            <pc:sldMk cId="3116620397" sldId="265"/>
            <ac:spMk id="10" creationId="{7ED6BAD8-84DE-2C05-EAE4-338A6C269C14}"/>
          </ac:spMkLst>
        </pc:spChg>
        <pc:spChg chg="add mod">
          <ac:chgData name="arai.uakit@mail.ru" userId="594af42aa880b63e" providerId="LiveId" clId="{7F72614D-B0A6-4579-B266-47C624681C39}" dt="2026-05-25T17:48:19.940" v="5701" actId="1076"/>
          <ac:spMkLst>
            <pc:docMk/>
            <pc:sldMk cId="3116620397" sldId="265"/>
            <ac:spMk id="11" creationId="{401AF1E1-ACBD-D94B-E6A5-6A61A8376DD7}"/>
          </ac:spMkLst>
        </pc:spChg>
        <pc:spChg chg="add mod">
          <ac:chgData name="arai.uakit@mail.ru" userId="594af42aa880b63e" providerId="LiveId" clId="{7F72614D-B0A6-4579-B266-47C624681C39}" dt="2026-05-25T17:49:35.802" v="5740" actId="1076"/>
          <ac:spMkLst>
            <pc:docMk/>
            <pc:sldMk cId="3116620397" sldId="265"/>
            <ac:spMk id="12" creationId="{303CE324-A5F6-2AD8-00DA-7CA4D6B2DAC5}"/>
          </ac:spMkLst>
        </pc:spChg>
        <pc:spChg chg="mod">
          <ac:chgData name="arai.uakit@mail.ru" userId="594af42aa880b63e" providerId="LiveId" clId="{7F72614D-B0A6-4579-B266-47C624681C39}" dt="2026-05-25T17:33:36.742" v="5498" actId="1076"/>
          <ac:spMkLst>
            <pc:docMk/>
            <pc:sldMk cId="3116620397" sldId="265"/>
            <ac:spMk id="17" creationId="{93E2D6F1-78F3-1D7A-400A-BBD7017E63D9}"/>
          </ac:spMkLst>
        </pc:spChg>
        <pc:spChg chg="mod">
          <ac:chgData name="arai.uakit@mail.ru" userId="594af42aa880b63e" providerId="LiveId" clId="{7F72614D-B0A6-4579-B266-47C624681C39}" dt="2026-05-25T17:33:45.652" v="5501" actId="1076"/>
          <ac:spMkLst>
            <pc:docMk/>
            <pc:sldMk cId="3116620397" sldId="265"/>
            <ac:spMk id="24" creationId="{D99B3D5D-E6D9-777B-8DDE-5AA0DB813194}"/>
          </ac:spMkLst>
        </pc:spChg>
        <pc:picChg chg="add mod">
          <ac:chgData name="arai.uakit@mail.ru" userId="594af42aa880b63e" providerId="LiveId" clId="{7F72614D-B0A6-4579-B266-47C624681C39}" dt="2026-05-25T17:41:03.435" v="5580"/>
          <ac:picMkLst>
            <pc:docMk/>
            <pc:sldMk cId="3116620397" sldId="265"/>
            <ac:picMk id="7" creationId="{2883A154-B144-3B36-4109-BD441D2FEB01}"/>
          </ac:picMkLst>
        </pc:picChg>
        <pc:picChg chg="mod">
          <ac:chgData name="arai.uakit@mail.ru" userId="594af42aa880b63e" providerId="LiveId" clId="{7F72614D-B0A6-4579-B266-47C624681C39}" dt="2026-05-25T17:32:38.316" v="5488" actId="1076"/>
          <ac:picMkLst>
            <pc:docMk/>
            <pc:sldMk cId="3116620397" sldId="265"/>
            <ac:picMk id="16" creationId="{7F063926-3637-261B-6A17-518A78B7E727}"/>
          </ac:picMkLst>
        </pc:picChg>
        <pc:picChg chg="mod">
          <ac:chgData name="arai.uakit@mail.ru" userId="594af42aa880b63e" providerId="LiveId" clId="{7F72614D-B0A6-4579-B266-47C624681C39}" dt="2026-05-25T17:37:49.075" v="5541" actId="1076"/>
          <ac:picMkLst>
            <pc:docMk/>
            <pc:sldMk cId="3116620397" sldId="265"/>
            <ac:picMk id="28" creationId="{82A01E8E-70CA-60B2-797A-353FC49A9CF7}"/>
          </ac:picMkLst>
        </pc:picChg>
        <pc:picChg chg="mod">
          <ac:chgData name="arai.uakit@mail.ru" userId="594af42aa880b63e" providerId="LiveId" clId="{7F72614D-B0A6-4579-B266-47C624681C39}" dt="2026-05-25T17:33:24.861" v="5495" actId="1076"/>
          <ac:picMkLst>
            <pc:docMk/>
            <pc:sldMk cId="3116620397" sldId="265"/>
            <ac:picMk id="29" creationId="{7415DB0A-BB6E-B7BC-8149-CD72762758D7}"/>
          </ac:picMkLst>
        </pc:picChg>
        <pc:picChg chg="mod">
          <ac:chgData name="arai.uakit@mail.ru" userId="594af42aa880b63e" providerId="LiveId" clId="{7F72614D-B0A6-4579-B266-47C624681C39}" dt="2026-05-25T17:33:32.661" v="5497" actId="1076"/>
          <ac:picMkLst>
            <pc:docMk/>
            <pc:sldMk cId="3116620397" sldId="265"/>
            <ac:picMk id="30" creationId="{AD4B9A14-9700-C87A-E136-BFA55755974B}"/>
          </ac:picMkLst>
        </pc:picChg>
        <pc:picChg chg="mod">
          <ac:chgData name="arai.uakit@mail.ru" userId="594af42aa880b63e" providerId="LiveId" clId="{7F72614D-B0A6-4579-B266-47C624681C39}" dt="2026-05-25T17:33:40.973" v="5499" actId="1076"/>
          <ac:picMkLst>
            <pc:docMk/>
            <pc:sldMk cId="3116620397" sldId="265"/>
            <ac:picMk id="31" creationId="{731020E8-C991-4E6D-D95E-C141EAB47045}"/>
          </ac:picMkLst>
        </pc:picChg>
        <pc:picChg chg="del mod">
          <ac:chgData name="arai.uakit@mail.ru" userId="594af42aa880b63e" providerId="LiveId" clId="{7F72614D-B0A6-4579-B266-47C624681C39}" dt="2026-05-25T17:40:59.204" v="5579" actId="21"/>
          <ac:picMkLst>
            <pc:docMk/>
            <pc:sldMk cId="3116620397" sldId="265"/>
            <ac:picMk id="45" creationId="{FD3ADEB2-7F6E-F9CF-0927-1F362EE3C57F}"/>
          </ac:picMkLst>
        </pc:picChg>
      </pc:sldChg>
      <pc:sldChg chg="addSp modSp add mod">
        <pc:chgData name="arai.uakit@mail.ru" userId="594af42aa880b63e" providerId="LiveId" clId="{7F72614D-B0A6-4579-B266-47C624681C39}" dt="2026-05-25T17:54:45.427" v="5794" actId="1076"/>
        <pc:sldMkLst>
          <pc:docMk/>
          <pc:sldMk cId="80359355" sldId="266"/>
        </pc:sldMkLst>
        <pc:spChg chg="mod">
          <ac:chgData name="arai.uakit@mail.ru" userId="594af42aa880b63e" providerId="LiveId" clId="{7F72614D-B0A6-4579-B266-47C624681C39}" dt="2026-05-25T17:43:59.321" v="5614" actId="1076"/>
          <ac:spMkLst>
            <pc:docMk/>
            <pc:sldMk cId="80359355" sldId="266"/>
            <ac:spMk id="3" creationId="{CF1CE70F-A40C-DD66-DAB5-429AB00C8818}"/>
          </ac:spMkLst>
        </pc:spChg>
        <pc:spChg chg="mod">
          <ac:chgData name="arai.uakit@mail.ru" userId="594af42aa880b63e" providerId="LiveId" clId="{7F72614D-B0A6-4579-B266-47C624681C39}" dt="2026-05-25T17:42:11.458" v="5593" actId="1076"/>
          <ac:spMkLst>
            <pc:docMk/>
            <pc:sldMk cId="80359355" sldId="266"/>
            <ac:spMk id="4" creationId="{2B42945F-0C8E-5297-0399-340FCB563552}"/>
          </ac:spMkLst>
        </pc:spChg>
        <pc:spChg chg="mod">
          <ac:chgData name="arai.uakit@mail.ru" userId="594af42aa880b63e" providerId="LiveId" clId="{7F72614D-B0A6-4579-B266-47C624681C39}" dt="2026-05-25T17:42:06.208" v="5591" actId="1076"/>
          <ac:spMkLst>
            <pc:docMk/>
            <pc:sldMk cId="80359355" sldId="266"/>
            <ac:spMk id="5" creationId="{48FA9363-E1E6-44D9-B23E-9CFD1D6D8CB2}"/>
          </ac:spMkLst>
        </pc:spChg>
        <pc:spChg chg="mod">
          <ac:chgData name="arai.uakit@mail.ru" userId="594af42aa880b63e" providerId="LiveId" clId="{7F72614D-B0A6-4579-B266-47C624681C39}" dt="2026-05-25T17:41:55.755" v="5587" actId="1076"/>
          <ac:spMkLst>
            <pc:docMk/>
            <pc:sldMk cId="80359355" sldId="266"/>
            <ac:spMk id="6" creationId="{6CE5A9F1-33FA-22EC-B633-3D4402E7C8D2}"/>
          </ac:spMkLst>
        </pc:spChg>
        <pc:spChg chg="add mod">
          <ac:chgData name="arai.uakit@mail.ru" userId="594af42aa880b63e" providerId="LiveId" clId="{7F72614D-B0A6-4579-B266-47C624681C39}" dt="2026-05-25T17:46:02.363" v="5645" actId="207"/>
          <ac:spMkLst>
            <pc:docMk/>
            <pc:sldMk cId="80359355" sldId="266"/>
            <ac:spMk id="8" creationId="{306D71BD-BF99-3570-FA35-16838553EFE5}"/>
          </ac:spMkLst>
        </pc:spChg>
        <pc:spChg chg="add mod">
          <ac:chgData name="arai.uakit@mail.ru" userId="594af42aa880b63e" providerId="LiveId" clId="{7F72614D-B0A6-4579-B266-47C624681C39}" dt="2026-05-25T17:46:50.156" v="5667" actId="1076"/>
          <ac:spMkLst>
            <pc:docMk/>
            <pc:sldMk cId="80359355" sldId="266"/>
            <ac:spMk id="9" creationId="{8E36FE03-FE2B-9C03-C333-D462C444A8C4}"/>
          </ac:spMkLst>
        </pc:spChg>
        <pc:spChg chg="mod">
          <ac:chgData name="arai.uakit@mail.ru" userId="594af42aa880b63e" providerId="LiveId" clId="{7F72614D-B0A6-4579-B266-47C624681C39}" dt="2026-05-25T17:43:17.391" v="5610" actId="1076"/>
          <ac:spMkLst>
            <pc:docMk/>
            <pc:sldMk cId="80359355" sldId="266"/>
            <ac:spMk id="10" creationId="{56BB6FE4-93BD-AA09-EBF7-86B80F13DD0B}"/>
          </ac:spMkLst>
        </pc:spChg>
        <pc:spChg chg="add mod">
          <ac:chgData name="arai.uakit@mail.ru" userId="594af42aa880b63e" providerId="LiveId" clId="{7F72614D-B0A6-4579-B266-47C624681C39}" dt="2026-05-25T17:48:01.293" v="5696" actId="1076"/>
          <ac:spMkLst>
            <pc:docMk/>
            <pc:sldMk cId="80359355" sldId="266"/>
            <ac:spMk id="11" creationId="{C6635757-FCED-8429-7363-70B66434A99A}"/>
          </ac:spMkLst>
        </pc:spChg>
        <pc:spChg chg="add mod">
          <ac:chgData name="arai.uakit@mail.ru" userId="594af42aa880b63e" providerId="LiveId" clId="{7F72614D-B0A6-4579-B266-47C624681C39}" dt="2026-05-25T17:49:20.313" v="5736" actId="1076"/>
          <ac:spMkLst>
            <pc:docMk/>
            <pc:sldMk cId="80359355" sldId="266"/>
            <ac:spMk id="12" creationId="{AFC0472D-D2A6-5F6D-01CB-D1606C2F8F09}"/>
          </ac:spMkLst>
        </pc:spChg>
        <pc:spChg chg="add mod">
          <ac:chgData name="arai.uakit@mail.ru" userId="594af42aa880b63e" providerId="LiveId" clId="{7F72614D-B0A6-4579-B266-47C624681C39}" dt="2026-05-25T17:54:27.214" v="5790" actId="1076"/>
          <ac:spMkLst>
            <pc:docMk/>
            <pc:sldMk cId="80359355" sldId="266"/>
            <ac:spMk id="13" creationId="{8FD5BC37-7D98-B776-11F2-1BF8A39FF486}"/>
          </ac:spMkLst>
        </pc:spChg>
        <pc:spChg chg="add mod">
          <ac:chgData name="arai.uakit@mail.ru" userId="594af42aa880b63e" providerId="LiveId" clId="{7F72614D-B0A6-4579-B266-47C624681C39}" dt="2026-05-25T17:54:45.427" v="5794" actId="1076"/>
          <ac:spMkLst>
            <pc:docMk/>
            <pc:sldMk cId="80359355" sldId="266"/>
            <ac:spMk id="14" creationId="{B6F65CAC-8EB6-FF67-B1A4-AD4ABDAE9080}"/>
          </ac:spMkLst>
        </pc:spChg>
        <pc:picChg chg="mod">
          <ac:chgData name="arai.uakit@mail.ru" userId="594af42aa880b63e" providerId="LiveId" clId="{7F72614D-B0A6-4579-B266-47C624681C39}" dt="2026-05-25T17:43:12.067" v="5609" actId="1076"/>
          <ac:picMkLst>
            <pc:docMk/>
            <pc:sldMk cId="80359355" sldId="266"/>
            <ac:picMk id="28" creationId="{CBB75856-5403-AA17-9795-7EF618DA21E0}"/>
          </ac:picMkLst>
        </pc:picChg>
        <pc:picChg chg="mod ord">
          <ac:chgData name="arai.uakit@mail.ru" userId="594af42aa880b63e" providerId="LiveId" clId="{7F72614D-B0A6-4579-B266-47C624681C39}" dt="2026-05-25T17:43:55.480" v="5613" actId="1076"/>
          <ac:picMkLst>
            <pc:docMk/>
            <pc:sldMk cId="80359355" sldId="266"/>
            <ac:picMk id="29" creationId="{E3557FFE-1885-F049-8A7D-9ABC43E4A72C}"/>
          </ac:picMkLst>
        </pc:picChg>
      </pc:sldChg>
      <pc:sldChg chg="addSp modSp add mod">
        <pc:chgData name="arai.uakit@mail.ru" userId="594af42aa880b63e" providerId="LiveId" clId="{7F72614D-B0A6-4579-B266-47C624681C39}" dt="2026-05-25T17:58:59.913" v="5834" actId="1076"/>
        <pc:sldMkLst>
          <pc:docMk/>
          <pc:sldMk cId="2924717002" sldId="267"/>
        </pc:sldMkLst>
        <pc:spChg chg="mod">
          <ac:chgData name="arai.uakit@mail.ru" userId="594af42aa880b63e" providerId="LiveId" clId="{7F72614D-B0A6-4579-B266-47C624681C39}" dt="2026-05-25T17:50:36.453" v="5742" actId="1076"/>
          <ac:spMkLst>
            <pc:docMk/>
            <pc:sldMk cId="2924717002" sldId="267"/>
            <ac:spMk id="3" creationId="{72FE7C42-B682-7D67-88E6-F2248B4EB120}"/>
          </ac:spMkLst>
        </pc:spChg>
        <pc:spChg chg="mod">
          <ac:chgData name="arai.uakit@mail.ru" userId="594af42aa880b63e" providerId="LiveId" clId="{7F72614D-B0A6-4579-B266-47C624681C39}" dt="2026-05-25T17:50:36.453" v="5742" actId="1076"/>
          <ac:spMkLst>
            <pc:docMk/>
            <pc:sldMk cId="2924717002" sldId="267"/>
            <ac:spMk id="4" creationId="{865ECEFF-8846-5D60-9D65-40C26167E3C2}"/>
          </ac:spMkLst>
        </pc:spChg>
        <pc:spChg chg="mod">
          <ac:chgData name="arai.uakit@mail.ru" userId="594af42aa880b63e" providerId="LiveId" clId="{7F72614D-B0A6-4579-B266-47C624681C39}" dt="2026-05-25T17:50:36.453" v="5742" actId="1076"/>
          <ac:spMkLst>
            <pc:docMk/>
            <pc:sldMk cId="2924717002" sldId="267"/>
            <ac:spMk id="5" creationId="{E4E5261C-FFED-3AA1-F0DA-80E983DD6882}"/>
          </ac:spMkLst>
        </pc:spChg>
        <pc:spChg chg="mod">
          <ac:chgData name="arai.uakit@mail.ru" userId="594af42aa880b63e" providerId="LiveId" clId="{7F72614D-B0A6-4579-B266-47C624681C39}" dt="2026-05-25T17:50:36.453" v="5742" actId="1076"/>
          <ac:spMkLst>
            <pc:docMk/>
            <pc:sldMk cId="2924717002" sldId="267"/>
            <ac:spMk id="6" creationId="{6C011BC1-3669-6015-E79F-C6E675844DE7}"/>
          </ac:spMkLst>
        </pc:spChg>
        <pc:spChg chg="mod">
          <ac:chgData name="arai.uakit@mail.ru" userId="594af42aa880b63e" providerId="LiveId" clId="{7F72614D-B0A6-4579-B266-47C624681C39}" dt="2026-05-25T17:50:51.746" v="5744" actId="1076"/>
          <ac:spMkLst>
            <pc:docMk/>
            <pc:sldMk cId="2924717002" sldId="267"/>
            <ac:spMk id="8" creationId="{A9CF72B2-C7AA-1011-B4E7-72C42260C97F}"/>
          </ac:spMkLst>
        </pc:spChg>
        <pc:spChg chg="mod">
          <ac:chgData name="arai.uakit@mail.ru" userId="594af42aa880b63e" providerId="LiveId" clId="{7F72614D-B0A6-4579-B266-47C624681C39}" dt="2026-05-25T17:51:11.695" v="5747" actId="1076"/>
          <ac:spMkLst>
            <pc:docMk/>
            <pc:sldMk cId="2924717002" sldId="267"/>
            <ac:spMk id="9" creationId="{ACB71324-9B62-B0D3-2E33-CB0B0D308607}"/>
          </ac:spMkLst>
        </pc:spChg>
        <pc:spChg chg="mod">
          <ac:chgData name="arai.uakit@mail.ru" userId="594af42aa880b63e" providerId="LiveId" clId="{7F72614D-B0A6-4579-B266-47C624681C39}" dt="2026-05-25T17:51:14.381" v="5748" actId="1076"/>
          <ac:spMkLst>
            <pc:docMk/>
            <pc:sldMk cId="2924717002" sldId="267"/>
            <ac:spMk id="11" creationId="{4FAF2302-1EBE-C78C-6A03-380F07BD2984}"/>
          </ac:spMkLst>
        </pc:spChg>
        <pc:spChg chg="mod">
          <ac:chgData name="arai.uakit@mail.ru" userId="594af42aa880b63e" providerId="LiveId" clId="{7F72614D-B0A6-4579-B266-47C624681C39}" dt="2026-05-25T17:51:16.672" v="5749" actId="1076"/>
          <ac:spMkLst>
            <pc:docMk/>
            <pc:sldMk cId="2924717002" sldId="267"/>
            <ac:spMk id="12" creationId="{1B13CFA0-A9B8-401A-E745-1CEA8B8DFA5A}"/>
          </ac:spMkLst>
        </pc:spChg>
        <pc:spChg chg="add mod">
          <ac:chgData name="arai.uakit@mail.ru" userId="594af42aa880b63e" providerId="LiveId" clId="{7F72614D-B0A6-4579-B266-47C624681C39}" dt="2026-05-25T17:54:08.528" v="5785" actId="207"/>
          <ac:spMkLst>
            <pc:docMk/>
            <pc:sldMk cId="2924717002" sldId="267"/>
            <ac:spMk id="13" creationId="{06057DAE-147E-A044-098D-422EF9FE900B}"/>
          </ac:spMkLst>
        </pc:spChg>
        <pc:spChg chg="add mod">
          <ac:chgData name="arai.uakit@mail.ru" userId="594af42aa880b63e" providerId="LiveId" clId="{7F72614D-B0A6-4579-B266-47C624681C39}" dt="2026-05-25T17:54:11.456" v="5786" actId="207"/>
          <ac:spMkLst>
            <pc:docMk/>
            <pc:sldMk cId="2924717002" sldId="267"/>
            <ac:spMk id="14" creationId="{E33E3E21-8AC7-9FE1-FDEB-80D2A04C5E78}"/>
          </ac:spMkLst>
        </pc:spChg>
        <pc:spChg chg="add mod">
          <ac:chgData name="arai.uakit@mail.ru" userId="594af42aa880b63e" providerId="LiveId" clId="{7F72614D-B0A6-4579-B266-47C624681C39}" dt="2026-05-25T17:58:48.960" v="5832" actId="1076"/>
          <ac:spMkLst>
            <pc:docMk/>
            <pc:sldMk cId="2924717002" sldId="267"/>
            <ac:spMk id="15" creationId="{46F5427B-AB34-737C-1688-E3D63909E5ED}"/>
          </ac:spMkLst>
        </pc:spChg>
        <pc:spChg chg="mod">
          <ac:chgData name="arai.uakit@mail.ru" userId="594af42aa880b63e" providerId="LiveId" clId="{7F72614D-B0A6-4579-B266-47C624681C39}" dt="2026-05-25T17:56:00.519" v="5806" actId="1076"/>
          <ac:spMkLst>
            <pc:docMk/>
            <pc:sldMk cId="2924717002" sldId="267"/>
            <ac:spMk id="17" creationId="{85B09D1B-08B7-2255-7AB6-4179489C061F}"/>
          </ac:spMkLst>
        </pc:spChg>
        <pc:spChg chg="add mod">
          <ac:chgData name="arai.uakit@mail.ru" userId="594af42aa880b63e" providerId="LiveId" clId="{7F72614D-B0A6-4579-B266-47C624681C39}" dt="2026-05-25T17:58:48.960" v="5832" actId="1076"/>
          <ac:spMkLst>
            <pc:docMk/>
            <pc:sldMk cId="2924717002" sldId="267"/>
            <ac:spMk id="18" creationId="{C8E938B7-0A68-06B4-7BFC-6649A1C47D65}"/>
          </ac:spMkLst>
        </pc:spChg>
        <pc:spChg chg="mod">
          <ac:chgData name="arai.uakit@mail.ru" userId="594af42aa880b63e" providerId="LiveId" clId="{7F72614D-B0A6-4579-B266-47C624681C39}" dt="2026-05-25T17:58:59.913" v="5834" actId="1076"/>
          <ac:spMkLst>
            <pc:docMk/>
            <pc:sldMk cId="2924717002" sldId="267"/>
            <ac:spMk id="24" creationId="{C3C8A7AD-0902-D765-75CA-89702935861E}"/>
          </ac:spMkLst>
        </pc:spChg>
        <pc:picChg chg="mod">
          <ac:chgData name="arai.uakit@mail.ru" userId="594af42aa880b63e" providerId="LiveId" clId="{7F72614D-B0A6-4579-B266-47C624681C39}" dt="2026-05-25T17:55:14.229" v="5797" actId="1076"/>
          <ac:picMkLst>
            <pc:docMk/>
            <pc:sldMk cId="2924717002" sldId="267"/>
            <ac:picMk id="16" creationId="{8E5DADB1-74FF-506B-35F2-7EC8C308C294}"/>
          </ac:picMkLst>
        </pc:picChg>
        <pc:picChg chg="mod">
          <ac:chgData name="arai.uakit@mail.ru" userId="594af42aa880b63e" providerId="LiveId" clId="{7F72614D-B0A6-4579-B266-47C624681C39}" dt="2026-05-25T17:50:36.453" v="5742" actId="1076"/>
          <ac:picMkLst>
            <pc:docMk/>
            <pc:sldMk cId="2924717002" sldId="267"/>
            <ac:picMk id="29" creationId="{7D079B16-783E-00C5-D05F-A0078DDA02C2}"/>
          </ac:picMkLst>
        </pc:picChg>
        <pc:picChg chg="mod">
          <ac:chgData name="arai.uakit@mail.ru" userId="594af42aa880b63e" providerId="LiveId" clId="{7F72614D-B0A6-4579-B266-47C624681C39}" dt="2026-05-25T17:56:02.365" v="5807" actId="14100"/>
          <ac:picMkLst>
            <pc:docMk/>
            <pc:sldMk cId="2924717002" sldId="267"/>
            <ac:picMk id="30" creationId="{3F3F6A53-F340-A7D1-9AAC-C7BC61673779}"/>
          </ac:picMkLst>
        </pc:picChg>
        <pc:picChg chg="mod">
          <ac:chgData name="arai.uakit@mail.ru" userId="594af42aa880b63e" providerId="LiveId" clId="{7F72614D-B0A6-4579-B266-47C624681C39}" dt="2026-05-25T17:58:56.546" v="5833" actId="1076"/>
          <ac:picMkLst>
            <pc:docMk/>
            <pc:sldMk cId="2924717002" sldId="267"/>
            <ac:picMk id="31" creationId="{6CEEA711-1D66-3EA6-7FC6-651A8E6A336F}"/>
          </ac:picMkLst>
        </pc:picChg>
      </pc:sldChg>
      <pc:sldChg chg="addSp modSp add mod">
        <pc:chgData name="arai.uakit@mail.ru" userId="594af42aa880b63e" providerId="LiveId" clId="{7F72614D-B0A6-4579-B266-47C624681C39}" dt="2026-05-25T17:58:25.057" v="5830" actId="1076"/>
        <pc:sldMkLst>
          <pc:docMk/>
          <pc:sldMk cId="3889112661" sldId="268"/>
        </pc:sldMkLst>
        <pc:spChg chg="mod">
          <ac:chgData name="arai.uakit@mail.ru" userId="594af42aa880b63e" providerId="LiveId" clId="{7F72614D-B0A6-4579-B266-47C624681C39}" dt="2026-05-25T17:56:37.773" v="5812" actId="255"/>
          <ac:spMkLst>
            <pc:docMk/>
            <pc:sldMk cId="3889112661" sldId="268"/>
            <ac:spMk id="13" creationId="{5FB0F36A-752E-27ED-9BB8-E158B3B04CEC}"/>
          </ac:spMkLst>
        </pc:spChg>
        <pc:spChg chg="mod">
          <ac:chgData name="arai.uakit@mail.ru" userId="594af42aa880b63e" providerId="LiveId" clId="{7F72614D-B0A6-4579-B266-47C624681C39}" dt="2026-05-25T17:56:44.709" v="5814" actId="255"/>
          <ac:spMkLst>
            <pc:docMk/>
            <pc:sldMk cId="3889112661" sldId="268"/>
            <ac:spMk id="14" creationId="{9158D9CD-5F7E-031E-7E5D-AAA42EFAC6AE}"/>
          </ac:spMkLst>
        </pc:spChg>
        <pc:spChg chg="add mod">
          <ac:chgData name="arai.uakit@mail.ru" userId="594af42aa880b63e" providerId="LiveId" clId="{7F72614D-B0A6-4579-B266-47C624681C39}" dt="2026-05-25T17:58:13.206" v="5827" actId="207"/>
          <ac:spMkLst>
            <pc:docMk/>
            <pc:sldMk cId="3889112661" sldId="268"/>
            <ac:spMk id="15" creationId="{3BE5014E-BEBE-72E2-7D2F-3B239437FC37}"/>
          </ac:spMkLst>
        </pc:spChg>
        <pc:spChg chg="mod">
          <ac:chgData name="arai.uakit@mail.ru" userId="594af42aa880b63e" providerId="LiveId" clId="{7F72614D-B0A6-4579-B266-47C624681C39}" dt="2026-05-25T17:56:23.681" v="5808" actId="1076"/>
          <ac:spMkLst>
            <pc:docMk/>
            <pc:sldMk cId="3889112661" sldId="268"/>
            <ac:spMk id="17" creationId="{D7FCBC3A-09BF-40FA-03D0-D223F966312F}"/>
          </ac:spMkLst>
        </pc:spChg>
        <pc:spChg chg="add mod">
          <ac:chgData name="arai.uakit@mail.ru" userId="594af42aa880b63e" providerId="LiveId" clId="{7F72614D-B0A6-4579-B266-47C624681C39}" dt="2026-05-25T17:58:25.057" v="5830" actId="1076"/>
          <ac:spMkLst>
            <pc:docMk/>
            <pc:sldMk cId="3889112661" sldId="268"/>
            <ac:spMk id="18" creationId="{4D8BB4B1-094C-8C00-964D-B336321D82F3}"/>
          </ac:spMkLst>
        </pc:spChg>
        <pc:spChg chg="mod">
          <ac:chgData name="arai.uakit@mail.ru" userId="594af42aa880b63e" providerId="LiveId" clId="{7F72614D-B0A6-4579-B266-47C624681C39}" dt="2026-05-25T17:57:13.116" v="5817" actId="1076"/>
          <ac:spMkLst>
            <pc:docMk/>
            <pc:sldMk cId="3889112661" sldId="268"/>
            <ac:spMk id="24" creationId="{CD946E3F-1D3F-6A1B-1F6C-932A2466E9B6}"/>
          </ac:spMkLst>
        </pc:spChg>
        <pc:picChg chg="mod">
          <ac:chgData name="arai.uakit@mail.ru" userId="594af42aa880b63e" providerId="LiveId" clId="{7F72614D-B0A6-4579-B266-47C624681C39}" dt="2026-05-25T17:55:33.083" v="5799" actId="1076"/>
          <ac:picMkLst>
            <pc:docMk/>
            <pc:sldMk cId="3889112661" sldId="268"/>
            <ac:picMk id="16" creationId="{D238007C-ABCE-B44C-BD40-D3CCF614F7AD}"/>
          </ac:picMkLst>
        </pc:picChg>
        <pc:picChg chg="mod">
          <ac:chgData name="arai.uakit@mail.ru" userId="594af42aa880b63e" providerId="LiveId" clId="{7F72614D-B0A6-4579-B266-47C624681C39}" dt="2026-05-25T17:55:47.420" v="5803" actId="1076"/>
          <ac:picMkLst>
            <pc:docMk/>
            <pc:sldMk cId="3889112661" sldId="268"/>
            <ac:picMk id="30" creationId="{710B73B5-9BC8-1E06-2D92-CA5B42BDBAED}"/>
          </ac:picMkLst>
        </pc:picChg>
        <pc:picChg chg="mod">
          <ac:chgData name="arai.uakit@mail.ru" userId="594af42aa880b63e" providerId="LiveId" clId="{7F72614D-B0A6-4579-B266-47C624681C39}" dt="2026-05-25T17:57:16.389" v="5818" actId="1076"/>
          <ac:picMkLst>
            <pc:docMk/>
            <pc:sldMk cId="3889112661" sldId="268"/>
            <ac:picMk id="31" creationId="{E481052A-CD7F-6D35-AFB1-C960A008E52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1B35C5-AAE0-4E6C-849C-C3C07E4D162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A8CC0E-A4AD-4639-815B-C9DC373A39B2}">
      <dgm:prSet/>
      <dgm:spPr/>
      <dgm:t>
        <a:bodyPr/>
        <a:lstStyle/>
        <a:p>
          <a:r>
            <a:rPr lang="en-US" dirty="0"/>
            <a:t>Project Outcome: Delivered a highly maintainable, optimized, and failure-resistant application ready for parsing intensive text records.</a:t>
          </a:r>
        </a:p>
      </dgm:t>
    </dgm:pt>
    <dgm:pt modelId="{55BA6167-778C-49C3-9EC0-E74C3CE37B27}" type="parTrans" cxnId="{E758A425-3C7F-492F-9750-B06CE7669D97}">
      <dgm:prSet/>
      <dgm:spPr/>
      <dgm:t>
        <a:bodyPr/>
        <a:lstStyle/>
        <a:p>
          <a:endParaRPr lang="en-US"/>
        </a:p>
      </dgm:t>
    </dgm:pt>
    <dgm:pt modelId="{AF6425A2-CB32-4286-9B35-C75DD16F2AE6}" type="sibTrans" cxnId="{E758A425-3C7F-492F-9750-B06CE7669D97}">
      <dgm:prSet/>
      <dgm:spPr/>
      <dgm:t>
        <a:bodyPr/>
        <a:lstStyle/>
        <a:p>
          <a:endParaRPr lang="en-US"/>
        </a:p>
      </dgm:t>
    </dgm:pt>
    <dgm:pt modelId="{C7E2BABD-1A75-478A-AC36-3061EC2B09EC}">
      <dgm:prSet/>
      <dgm:spPr/>
      <dgm:t>
        <a:bodyPr/>
        <a:lstStyle/>
        <a:p>
          <a:r>
            <a:rPr lang="en-US"/>
            <a:t>Key Learnings: Effectively orchestrated a high-volume Git workflow experienced professional agile task distribution and applied clean code design patterns.</a:t>
          </a:r>
        </a:p>
      </dgm:t>
    </dgm:pt>
    <dgm:pt modelId="{22D0AFD3-7C0A-4A6B-AC73-C8062899C920}" type="parTrans" cxnId="{2AECE81E-EF75-416D-856A-3C6A10BEF09D}">
      <dgm:prSet/>
      <dgm:spPr/>
      <dgm:t>
        <a:bodyPr/>
        <a:lstStyle/>
        <a:p>
          <a:endParaRPr lang="en-US"/>
        </a:p>
      </dgm:t>
    </dgm:pt>
    <dgm:pt modelId="{AE5F9799-4530-4974-BEFF-55FAE3AFE8A4}" type="sibTrans" cxnId="{2AECE81E-EF75-416D-856A-3C6A10BEF09D}">
      <dgm:prSet/>
      <dgm:spPr/>
      <dgm:t>
        <a:bodyPr/>
        <a:lstStyle/>
        <a:p>
          <a:endParaRPr lang="en-US"/>
        </a:p>
      </dgm:t>
    </dgm:pt>
    <dgm:pt modelId="{A9BF524D-FE45-4478-A77A-4789BE0C9D76}" type="pres">
      <dgm:prSet presAssocID="{201B35C5-AAE0-4E6C-849C-C3C07E4D162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1650F7F-7AD8-4E40-A2A5-5AE87C43FECB}" type="pres">
      <dgm:prSet presAssocID="{2BA8CC0E-A4AD-4639-815B-C9DC373A39B2}" presName="hierRoot1" presStyleCnt="0"/>
      <dgm:spPr/>
    </dgm:pt>
    <dgm:pt modelId="{4CB225F4-E832-41D4-BBC4-64EDDBCC16D1}" type="pres">
      <dgm:prSet presAssocID="{2BA8CC0E-A4AD-4639-815B-C9DC373A39B2}" presName="composite" presStyleCnt="0"/>
      <dgm:spPr/>
    </dgm:pt>
    <dgm:pt modelId="{663DF248-1FBE-4BD6-8653-FA78BC81025D}" type="pres">
      <dgm:prSet presAssocID="{2BA8CC0E-A4AD-4639-815B-C9DC373A39B2}" presName="background" presStyleLbl="node0" presStyleIdx="0" presStyleCnt="2"/>
      <dgm:spPr/>
    </dgm:pt>
    <dgm:pt modelId="{8030DEDD-2B5F-4284-980C-57F5DDDB4F6C}" type="pres">
      <dgm:prSet presAssocID="{2BA8CC0E-A4AD-4639-815B-C9DC373A39B2}" presName="text" presStyleLbl="fgAcc0" presStyleIdx="0" presStyleCnt="2">
        <dgm:presLayoutVars>
          <dgm:chPref val="3"/>
        </dgm:presLayoutVars>
      </dgm:prSet>
      <dgm:spPr/>
    </dgm:pt>
    <dgm:pt modelId="{0920CF91-FC47-47E3-8FD4-924E443C9581}" type="pres">
      <dgm:prSet presAssocID="{2BA8CC0E-A4AD-4639-815B-C9DC373A39B2}" presName="hierChild2" presStyleCnt="0"/>
      <dgm:spPr/>
    </dgm:pt>
    <dgm:pt modelId="{CEC70DE5-798E-4300-BE2B-8E8676A3DDE6}" type="pres">
      <dgm:prSet presAssocID="{C7E2BABD-1A75-478A-AC36-3061EC2B09EC}" presName="hierRoot1" presStyleCnt="0"/>
      <dgm:spPr/>
    </dgm:pt>
    <dgm:pt modelId="{C74C9303-546D-4337-ADCC-10C1FFE5B467}" type="pres">
      <dgm:prSet presAssocID="{C7E2BABD-1A75-478A-AC36-3061EC2B09EC}" presName="composite" presStyleCnt="0"/>
      <dgm:spPr/>
    </dgm:pt>
    <dgm:pt modelId="{A3D0AAD9-CDDD-45C9-8C2D-EE7B10F69055}" type="pres">
      <dgm:prSet presAssocID="{C7E2BABD-1A75-478A-AC36-3061EC2B09EC}" presName="background" presStyleLbl="node0" presStyleIdx="1" presStyleCnt="2"/>
      <dgm:spPr/>
    </dgm:pt>
    <dgm:pt modelId="{81C79C67-07C3-4AB2-AAB0-B69A2DA54B53}" type="pres">
      <dgm:prSet presAssocID="{C7E2BABD-1A75-478A-AC36-3061EC2B09EC}" presName="text" presStyleLbl="fgAcc0" presStyleIdx="1" presStyleCnt="2">
        <dgm:presLayoutVars>
          <dgm:chPref val="3"/>
        </dgm:presLayoutVars>
      </dgm:prSet>
      <dgm:spPr/>
    </dgm:pt>
    <dgm:pt modelId="{425848A6-636D-4912-BEE4-32A77657726B}" type="pres">
      <dgm:prSet presAssocID="{C7E2BABD-1A75-478A-AC36-3061EC2B09EC}" presName="hierChild2" presStyleCnt="0"/>
      <dgm:spPr/>
    </dgm:pt>
  </dgm:ptLst>
  <dgm:cxnLst>
    <dgm:cxn modelId="{2AECE81E-EF75-416D-856A-3C6A10BEF09D}" srcId="{201B35C5-AAE0-4E6C-849C-C3C07E4D162E}" destId="{C7E2BABD-1A75-478A-AC36-3061EC2B09EC}" srcOrd="1" destOrd="0" parTransId="{22D0AFD3-7C0A-4A6B-AC73-C8062899C920}" sibTransId="{AE5F9799-4530-4974-BEFF-55FAE3AFE8A4}"/>
    <dgm:cxn modelId="{E758A425-3C7F-492F-9750-B06CE7669D97}" srcId="{201B35C5-AAE0-4E6C-849C-C3C07E4D162E}" destId="{2BA8CC0E-A4AD-4639-815B-C9DC373A39B2}" srcOrd="0" destOrd="0" parTransId="{55BA6167-778C-49C3-9EC0-E74C3CE37B27}" sibTransId="{AF6425A2-CB32-4286-9B35-C75DD16F2AE6}"/>
    <dgm:cxn modelId="{1B88F738-5AA4-43F4-B6D0-DA65AF514647}" type="presOf" srcId="{C7E2BABD-1A75-478A-AC36-3061EC2B09EC}" destId="{81C79C67-07C3-4AB2-AAB0-B69A2DA54B53}" srcOrd="0" destOrd="0" presId="urn:microsoft.com/office/officeart/2005/8/layout/hierarchy1"/>
    <dgm:cxn modelId="{237DAFA5-22B1-4C78-87A3-CDB48227882B}" type="presOf" srcId="{201B35C5-AAE0-4E6C-849C-C3C07E4D162E}" destId="{A9BF524D-FE45-4478-A77A-4789BE0C9D76}" srcOrd="0" destOrd="0" presId="urn:microsoft.com/office/officeart/2005/8/layout/hierarchy1"/>
    <dgm:cxn modelId="{AA443EEC-E053-4304-AE3F-3078F0BD1A10}" type="presOf" srcId="{2BA8CC0E-A4AD-4639-815B-C9DC373A39B2}" destId="{8030DEDD-2B5F-4284-980C-57F5DDDB4F6C}" srcOrd="0" destOrd="0" presId="urn:microsoft.com/office/officeart/2005/8/layout/hierarchy1"/>
    <dgm:cxn modelId="{BD811FB1-B2E0-4833-B521-0F5874CE9F66}" type="presParOf" srcId="{A9BF524D-FE45-4478-A77A-4789BE0C9D76}" destId="{E1650F7F-7AD8-4E40-A2A5-5AE87C43FECB}" srcOrd="0" destOrd="0" presId="urn:microsoft.com/office/officeart/2005/8/layout/hierarchy1"/>
    <dgm:cxn modelId="{5FD42D81-395A-489E-9E39-9EB7CEE67195}" type="presParOf" srcId="{E1650F7F-7AD8-4E40-A2A5-5AE87C43FECB}" destId="{4CB225F4-E832-41D4-BBC4-64EDDBCC16D1}" srcOrd="0" destOrd="0" presId="urn:microsoft.com/office/officeart/2005/8/layout/hierarchy1"/>
    <dgm:cxn modelId="{24CB86FF-EBBB-4EA8-9CF3-D146D815918B}" type="presParOf" srcId="{4CB225F4-E832-41D4-BBC4-64EDDBCC16D1}" destId="{663DF248-1FBE-4BD6-8653-FA78BC81025D}" srcOrd="0" destOrd="0" presId="urn:microsoft.com/office/officeart/2005/8/layout/hierarchy1"/>
    <dgm:cxn modelId="{3FE0AD9E-7101-4402-ABB5-146341870E04}" type="presParOf" srcId="{4CB225F4-E832-41D4-BBC4-64EDDBCC16D1}" destId="{8030DEDD-2B5F-4284-980C-57F5DDDB4F6C}" srcOrd="1" destOrd="0" presId="urn:microsoft.com/office/officeart/2005/8/layout/hierarchy1"/>
    <dgm:cxn modelId="{7955C1DE-1D29-41E6-976B-AC49AB5C9638}" type="presParOf" srcId="{E1650F7F-7AD8-4E40-A2A5-5AE87C43FECB}" destId="{0920CF91-FC47-47E3-8FD4-924E443C9581}" srcOrd="1" destOrd="0" presId="urn:microsoft.com/office/officeart/2005/8/layout/hierarchy1"/>
    <dgm:cxn modelId="{08D54726-36AF-4C9F-9C8D-2514E993DFC6}" type="presParOf" srcId="{A9BF524D-FE45-4478-A77A-4789BE0C9D76}" destId="{CEC70DE5-798E-4300-BE2B-8E8676A3DDE6}" srcOrd="1" destOrd="0" presId="urn:microsoft.com/office/officeart/2005/8/layout/hierarchy1"/>
    <dgm:cxn modelId="{48D39D78-5B15-45E4-B647-9ECE3BBBAB27}" type="presParOf" srcId="{CEC70DE5-798E-4300-BE2B-8E8676A3DDE6}" destId="{C74C9303-546D-4337-ADCC-10C1FFE5B467}" srcOrd="0" destOrd="0" presId="urn:microsoft.com/office/officeart/2005/8/layout/hierarchy1"/>
    <dgm:cxn modelId="{95BFCA96-AB88-4FD7-B478-3186BB5158F8}" type="presParOf" srcId="{C74C9303-546D-4337-ADCC-10C1FFE5B467}" destId="{A3D0AAD9-CDDD-45C9-8C2D-EE7B10F69055}" srcOrd="0" destOrd="0" presId="urn:microsoft.com/office/officeart/2005/8/layout/hierarchy1"/>
    <dgm:cxn modelId="{8A943D62-DD52-425C-8D24-AAF2E7A4CEC2}" type="presParOf" srcId="{C74C9303-546D-4337-ADCC-10C1FFE5B467}" destId="{81C79C67-07C3-4AB2-AAB0-B69A2DA54B53}" srcOrd="1" destOrd="0" presId="urn:microsoft.com/office/officeart/2005/8/layout/hierarchy1"/>
    <dgm:cxn modelId="{AD008D6A-C406-49DB-A560-11AC07180765}" type="presParOf" srcId="{CEC70DE5-798E-4300-BE2B-8E8676A3DDE6}" destId="{425848A6-636D-4912-BEE4-32A77657726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3DF248-1FBE-4BD6-8653-FA78BC81025D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0DEDD-2B5F-4284-980C-57F5DDDB4F6C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Project Outcome: Delivered a highly maintainable, optimized, and failure-resistant application ready for parsing intensive text records.</a:t>
          </a:r>
        </a:p>
      </dsp:txBody>
      <dsp:txXfrm>
        <a:off x="696297" y="538547"/>
        <a:ext cx="4171627" cy="2590157"/>
      </dsp:txXfrm>
    </dsp:sp>
    <dsp:sp modelId="{A3D0AAD9-CDDD-45C9-8C2D-EE7B10F69055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79C67-07C3-4AB2-AAB0-B69A2DA54B53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Key Learnings: Effectively orchestrated a high-volume Git workflow experienced professional agile task distribution and applied clean code design patterns.</a:t>
          </a:r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8F4A0-9B1F-4339-AE38-74FE17A38A72}" type="datetimeFigureOut">
              <a:rPr lang="ru-KZ" smtClean="0"/>
              <a:t>25.05.2026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66FC6-86FD-4849-BACC-C80CAC36A5E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19773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0FF65-F068-40CE-B8DB-CB4D194B91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C7B0-65AD-4932-BE89-6BEDC539B8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5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0FF65-F068-40CE-B8DB-CB4D194B91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C7B0-65AD-4932-BE89-6BEDC539B8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397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0FF65-F068-40CE-B8DB-CB4D194B91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C7B0-65AD-4932-BE89-6BEDC539B8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80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0FF65-F068-40CE-B8DB-CB4D194B91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C7B0-65AD-4932-BE89-6BEDC539B8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173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0FF65-F068-40CE-B8DB-CB4D194B91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C7B0-65AD-4932-BE89-6BEDC539B8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718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0FF65-F068-40CE-B8DB-CB4D194B91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C7B0-65AD-4932-BE89-6BEDC539B8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421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0FF65-F068-40CE-B8DB-CB4D194B91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C7B0-65AD-4932-BE89-6BEDC539B8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613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0FF65-F068-40CE-B8DB-CB4D194B91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C7B0-65AD-4932-BE89-6BEDC539B8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79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0FF65-F068-40CE-B8DB-CB4D194B91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C7B0-65AD-4932-BE89-6BEDC539B8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207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0FF65-F068-40CE-B8DB-CB4D194B91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C7B0-65AD-4932-BE89-6BEDC539B8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462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0FF65-F068-40CE-B8DB-CB4D194B91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C7B0-65AD-4932-BE89-6BEDC539B8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451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0FF65-F068-40CE-B8DB-CB4D194B91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3C7B0-65AD-4932-BE89-6BEDC539B8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391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4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5ACC0109-72A7-A894-3CF4-0EBD3C9D3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19949683">
            <a:off x="-43234" y="28796"/>
            <a:ext cx="1527124" cy="1529199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4DA465D9-7298-C51D-F7ED-733D58447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2244437">
            <a:off x="1003160" y="935370"/>
            <a:ext cx="1180961" cy="1182566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A0E97C0-D461-907F-CB7B-585E39CB0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20845238">
            <a:off x="-135492" y="1838730"/>
            <a:ext cx="1801803" cy="1804251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1D33F0B6-A1AC-A8EA-4111-E3073A664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18175620">
            <a:off x="1517207" y="3301208"/>
            <a:ext cx="1543732" cy="154583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7C2A2FE-2349-385F-2F51-0E75BED89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21442328">
            <a:off x="358129" y="3391818"/>
            <a:ext cx="1180961" cy="1182566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F2D3EC40-C97A-444F-94FC-72C3FEB61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1829230">
            <a:off x="1396666" y="2264454"/>
            <a:ext cx="867725" cy="868904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41F030A9-1E9B-91C0-581C-E95E781D4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2217054">
            <a:off x="9121056" y="3514226"/>
            <a:ext cx="1527124" cy="1529199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0B3CAEB7-751C-8F0E-A841-D933AFC73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19949683">
            <a:off x="7847902" y="222470"/>
            <a:ext cx="1186272" cy="1187884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A72BD03D-75EB-7DC1-3477-994F22AD5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1915460">
            <a:off x="10845096" y="515595"/>
            <a:ext cx="892097" cy="893309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7B3A28B1-A4F0-8E01-699B-3CB4A11DE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21108247">
            <a:off x="9144526" y="702998"/>
            <a:ext cx="1922528" cy="192514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EEDF6761-634B-B492-2DB3-7F09EBC35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1219927">
            <a:off x="10053202" y="2490254"/>
            <a:ext cx="1357597" cy="1359442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0276F6F5-74BC-018D-BEE4-788872F80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3724748">
            <a:off x="11006696" y="3292144"/>
            <a:ext cx="957395" cy="958696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739C8D22-B530-04F6-34C6-05B9CC37F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21010393">
            <a:off x="8926473" y="-208653"/>
            <a:ext cx="1429695" cy="1431638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4F91E5C9-33B0-9F20-10A5-AEB768CA2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20933031">
            <a:off x="10796319" y="1494562"/>
            <a:ext cx="1283798" cy="1285542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3F48F0A1-4233-7FE2-70AB-932E6F303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19949683">
            <a:off x="9162621" y="2568342"/>
            <a:ext cx="887653" cy="888859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1DADA47B-9FD2-6BC9-F9F6-FC2B0D407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 rot="2906859">
            <a:off x="1908740" y="95588"/>
            <a:ext cx="1527124" cy="1529199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sp>
        <p:nvSpPr>
          <p:cNvPr id="24" name="Прямоугольник: усеченные противолежащие углы 23">
            <a:extLst>
              <a:ext uri="{FF2B5EF4-FFF2-40B4-BE49-F238E27FC236}">
                <a16:creationId xmlns:a16="http://schemas.microsoft.com/office/drawing/2014/main" id="{FC90FCBD-B678-4994-85EA-E12C81DC2001}"/>
              </a:ext>
            </a:extLst>
          </p:cNvPr>
          <p:cNvSpPr/>
          <p:nvPr/>
        </p:nvSpPr>
        <p:spPr>
          <a:xfrm>
            <a:off x="3174879" y="1397258"/>
            <a:ext cx="5842243" cy="2714233"/>
          </a:xfrm>
          <a:prstGeom prst="snip2DiagRect">
            <a:avLst>
              <a:gd name="adj1" fmla="val 50000"/>
              <a:gd name="adj2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69074" y="1416500"/>
            <a:ext cx="8453848" cy="2694992"/>
          </a:xfr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9600" dirty="0">
                <a:solidFill>
                  <a:srgbClr val="21331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</a:rPr>
              <a:t>Personal Finance Tracker </a:t>
            </a:r>
            <a:endParaRPr lang="ru-RU" sz="9600" dirty="0">
              <a:solidFill>
                <a:srgbClr val="213315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010295" y="4288194"/>
            <a:ext cx="4171407" cy="91771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213315"/>
                </a:solidFill>
                <a:latin typeface="Bahnschrift Light Condensed" panose="020B0502040204020203" pitchFamily="34" charset="0"/>
              </a:rPr>
              <a:t>Uakhyt</a:t>
            </a:r>
            <a:r>
              <a:rPr lang="en-US" dirty="0">
                <a:solidFill>
                  <a:srgbClr val="213315"/>
                </a:solidFill>
                <a:latin typeface="Bahnschrift Light Condensed" panose="020B0502040204020203" pitchFamily="34" charset="0"/>
              </a:rPr>
              <a:t> Arai  </a:t>
            </a:r>
            <a:r>
              <a:rPr lang="ru-RU" dirty="0">
                <a:solidFill>
                  <a:srgbClr val="213315"/>
                </a:solidFill>
              </a:rPr>
              <a:t>|</a:t>
            </a:r>
            <a:r>
              <a:rPr lang="en-US" dirty="0">
                <a:solidFill>
                  <a:srgbClr val="213315"/>
                </a:solidFill>
                <a:latin typeface="Bahnschrift Light Condensed" panose="020B0502040204020203" pitchFamily="34" charset="0"/>
              </a:rPr>
              <a:t>  </a:t>
            </a:r>
            <a:r>
              <a:rPr lang="en-US" dirty="0" err="1">
                <a:solidFill>
                  <a:srgbClr val="213315"/>
                </a:solidFill>
                <a:latin typeface="Bahnschrift Light Condensed" panose="020B0502040204020203" pitchFamily="34" charset="0"/>
              </a:rPr>
              <a:t>Aizharykova</a:t>
            </a:r>
            <a:r>
              <a:rPr lang="en-US" dirty="0">
                <a:solidFill>
                  <a:srgbClr val="213315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dirty="0" err="1">
                <a:solidFill>
                  <a:srgbClr val="213315"/>
                </a:solidFill>
                <a:latin typeface="Bahnschrift Light Condensed" panose="020B0502040204020203" pitchFamily="34" charset="0"/>
              </a:rPr>
              <a:t>Sulukhan</a:t>
            </a:r>
            <a:r>
              <a:rPr lang="en-US" dirty="0">
                <a:solidFill>
                  <a:srgbClr val="213315"/>
                </a:solidFill>
                <a:latin typeface="Bahnschrift Light Condensed" panose="020B0502040204020203" pitchFamily="34" charset="0"/>
              </a:rPr>
              <a:t> </a:t>
            </a:r>
            <a:endParaRPr lang="kk-KZ" dirty="0">
              <a:solidFill>
                <a:srgbClr val="213315"/>
              </a:solidFill>
              <a:latin typeface="Bahnschrift Light Condensed" panose="020B0502040204020203" pitchFamily="34" charset="0"/>
            </a:endParaRPr>
          </a:p>
          <a:p>
            <a:r>
              <a:rPr lang="en-US" dirty="0" err="1">
                <a:solidFill>
                  <a:srgbClr val="213315"/>
                </a:solidFill>
                <a:latin typeface="Bahnschrift Light Condensed" panose="020B0502040204020203" pitchFamily="34" charset="0"/>
              </a:rPr>
              <a:t>Kozhabergen</a:t>
            </a:r>
            <a:r>
              <a:rPr lang="en-US" dirty="0">
                <a:solidFill>
                  <a:srgbClr val="213315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dirty="0" err="1">
                <a:solidFill>
                  <a:srgbClr val="213315"/>
                </a:solidFill>
                <a:latin typeface="Bahnschrift Light Condensed" panose="020B0502040204020203" pitchFamily="34" charset="0"/>
              </a:rPr>
              <a:t>Arnur</a:t>
            </a:r>
            <a:r>
              <a:rPr lang="en-US" dirty="0">
                <a:solidFill>
                  <a:srgbClr val="213315"/>
                </a:solidFill>
                <a:latin typeface="Bahnschrift Light Condensed" panose="020B0502040204020203" pitchFamily="34" charset="0"/>
              </a:rPr>
              <a:t> </a:t>
            </a:r>
            <a:r>
              <a:rPr lang="ru-RU" dirty="0">
                <a:solidFill>
                  <a:srgbClr val="213315"/>
                </a:solidFill>
              </a:rPr>
              <a:t>|</a:t>
            </a:r>
            <a:r>
              <a:rPr lang="en-US" dirty="0">
                <a:solidFill>
                  <a:srgbClr val="213315"/>
                </a:solidFill>
                <a:latin typeface="Bahnschrift Light Condensed" panose="020B0502040204020203" pitchFamily="34" charset="0"/>
              </a:rPr>
              <a:t>  </a:t>
            </a:r>
            <a:r>
              <a:rPr lang="en-US" dirty="0" err="1">
                <a:solidFill>
                  <a:srgbClr val="213315"/>
                </a:solidFill>
                <a:latin typeface="Bahnschrift Light Condensed" panose="020B0502040204020203" pitchFamily="34" charset="0"/>
              </a:rPr>
              <a:t>Ramin</a:t>
            </a:r>
            <a:r>
              <a:rPr lang="en-US" dirty="0">
                <a:solidFill>
                  <a:srgbClr val="213315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dirty="0" err="1">
                <a:solidFill>
                  <a:srgbClr val="213315"/>
                </a:solidFill>
                <a:latin typeface="Bahnschrift Light Condensed" panose="020B0502040204020203" pitchFamily="34" charset="0"/>
              </a:rPr>
              <a:t>Smagulov</a:t>
            </a:r>
            <a:endParaRPr lang="ru-RU" dirty="0">
              <a:solidFill>
                <a:srgbClr val="213315"/>
              </a:solidFill>
              <a:latin typeface="Bahnschrift Light Condensed" panose="020B0502040204020203" pitchFamily="34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477685E-3340-B887-06A6-283F29870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540" y="3293411"/>
            <a:ext cx="4762500" cy="47529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1B59D24-3EFC-6820-2624-DA77A468B8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16374" y="3065012"/>
            <a:ext cx="4171406" cy="47529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859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Овал 30">
            <a:extLst>
              <a:ext uri="{FF2B5EF4-FFF2-40B4-BE49-F238E27FC236}">
                <a16:creationId xmlns:a16="http://schemas.microsoft.com/office/drawing/2014/main" id="{7CD69722-69F7-9F7C-1013-3764D30128CD}"/>
              </a:ext>
            </a:extLst>
          </p:cNvPr>
          <p:cNvSpPr/>
          <p:nvPr/>
        </p:nvSpPr>
        <p:spPr>
          <a:xfrm>
            <a:off x="4270158" y="2070716"/>
            <a:ext cx="3945680" cy="3500812"/>
          </a:xfrm>
          <a:prstGeom prst="ellipse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F40D7-345D-6915-ACF1-EC04274E2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18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pperplate Gothic Bold" panose="020E0705020206020404" pitchFamily="34" charset="0"/>
              </a:rPr>
              <a:t>Problem Description</a:t>
            </a:r>
            <a:endParaRPr lang="ru-KZ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E993766-FC15-64E4-0A66-4FE7E5BE3BA0}"/>
              </a:ext>
            </a:extLst>
          </p:cNvPr>
          <p:cNvSpPr/>
          <p:nvPr/>
        </p:nvSpPr>
        <p:spPr>
          <a:xfrm>
            <a:off x="838199" y="1367751"/>
            <a:ext cx="5476240" cy="2230120"/>
          </a:xfrm>
          <a:prstGeom prst="roundRect">
            <a:avLst>
              <a:gd name="adj" fmla="val 6042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FDF1807B-7C7C-D097-70B3-03F7FC763DE7}"/>
              </a:ext>
            </a:extLst>
          </p:cNvPr>
          <p:cNvSpPr/>
          <p:nvPr/>
        </p:nvSpPr>
        <p:spPr>
          <a:xfrm>
            <a:off x="5877561" y="4165600"/>
            <a:ext cx="5476240" cy="2230120"/>
          </a:xfrm>
          <a:prstGeom prst="roundRect">
            <a:avLst>
              <a:gd name="adj" fmla="val 60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0" name="Стрелка: пятиугольник 19">
            <a:extLst>
              <a:ext uri="{FF2B5EF4-FFF2-40B4-BE49-F238E27FC236}">
                <a16:creationId xmlns:a16="http://schemas.microsoft.com/office/drawing/2014/main" id="{363FD62D-28F3-9408-190B-398CD6751DB3}"/>
              </a:ext>
            </a:extLst>
          </p:cNvPr>
          <p:cNvSpPr/>
          <p:nvPr/>
        </p:nvSpPr>
        <p:spPr>
          <a:xfrm rot="5400000">
            <a:off x="879456" y="1560176"/>
            <a:ext cx="1405928" cy="1021080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22" name="Рисунок 21" descr="Головоломка со сплошной заливкой">
            <a:extLst>
              <a:ext uri="{FF2B5EF4-FFF2-40B4-BE49-F238E27FC236}">
                <a16:creationId xmlns:a16="http://schemas.microsoft.com/office/drawing/2014/main" id="{5B4B4213-D4A0-1223-43B4-6F416D79BF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3335" y="1540721"/>
            <a:ext cx="748883" cy="74888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B30C514-C3AA-7ACE-281C-FC171D1CCD0A}"/>
              </a:ext>
            </a:extLst>
          </p:cNvPr>
          <p:cNvSpPr txBox="1"/>
          <p:nvPr/>
        </p:nvSpPr>
        <p:spPr>
          <a:xfrm>
            <a:off x="2092959" y="1391943"/>
            <a:ext cx="2177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masis MT Pro" panose="02040504050005020304" pitchFamily="18" charset="0"/>
              </a:rPr>
              <a:t>The Problem</a:t>
            </a:r>
            <a:endParaRPr lang="ru-KZ" sz="28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FCE1CB-2271-27B8-0D02-68CC0936FAE9}"/>
              </a:ext>
            </a:extLst>
          </p:cNvPr>
          <p:cNvSpPr txBox="1"/>
          <p:nvPr/>
        </p:nvSpPr>
        <p:spPr>
          <a:xfrm>
            <a:off x="2092959" y="1864081"/>
            <a:ext cx="39005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Nova Light" panose="020F0502020204030204" pitchFamily="34" charset="0"/>
              </a:rPr>
              <a:t>Difficulty tracking daily chaotic expenses. Lack of clear, categorized spending statistics. Frequent budget overspending due to a lack of limits and real-time warnings.</a:t>
            </a:r>
            <a:endParaRPr lang="ru-KZ" dirty="0">
              <a:solidFill>
                <a:schemeClr val="bg1"/>
              </a:solidFill>
              <a:latin typeface="Arial Nova Light" panose="020F0502020204030204" pitchFamily="34" charset="0"/>
            </a:endParaRPr>
          </a:p>
        </p:txBody>
      </p:sp>
      <p:sp>
        <p:nvSpPr>
          <p:cNvPr id="26" name="Стрелка: пятиугольник 25">
            <a:extLst>
              <a:ext uri="{FF2B5EF4-FFF2-40B4-BE49-F238E27FC236}">
                <a16:creationId xmlns:a16="http://schemas.microsoft.com/office/drawing/2014/main" id="{5CDD4ECB-2C05-CB02-9512-0D731C9E1736}"/>
              </a:ext>
            </a:extLst>
          </p:cNvPr>
          <p:cNvSpPr/>
          <p:nvPr/>
        </p:nvSpPr>
        <p:spPr>
          <a:xfrm rot="5400000">
            <a:off x="5903576" y="4358024"/>
            <a:ext cx="1405928" cy="1021080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28" name="Рисунок 27" descr="Лампочка со сплошной заливкой">
            <a:extLst>
              <a:ext uri="{FF2B5EF4-FFF2-40B4-BE49-F238E27FC236}">
                <a16:creationId xmlns:a16="http://schemas.microsoft.com/office/drawing/2014/main" id="{8A7FE361-B9D5-ECAA-CFFB-0C3D96EF4D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6208" y="4351592"/>
            <a:ext cx="750823" cy="75082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317896E-2902-E889-1CF6-F2F1B7EC38B2}"/>
              </a:ext>
            </a:extLst>
          </p:cNvPr>
          <p:cNvSpPr txBox="1"/>
          <p:nvPr/>
        </p:nvSpPr>
        <p:spPr>
          <a:xfrm>
            <a:off x="7127239" y="4203783"/>
            <a:ext cx="2133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masis MT Pro" panose="02040504050005020304" pitchFamily="18" charset="0"/>
              </a:rPr>
              <a:t>The Solution</a:t>
            </a:r>
            <a:endParaRPr lang="ru-KZ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B8FAE4-E0E6-2660-E3C2-CA91C07B8E7B}"/>
              </a:ext>
            </a:extLst>
          </p:cNvPr>
          <p:cNvSpPr txBox="1"/>
          <p:nvPr/>
        </p:nvSpPr>
        <p:spPr>
          <a:xfrm>
            <a:off x="7117080" y="4599681"/>
            <a:ext cx="39005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robust, console-based Python application designed for strict finance tracking, expense categorization, and proactive budget limit controls.</a:t>
            </a:r>
            <a:endParaRPr lang="ru-KZ" sz="2000" dirty="0">
              <a:latin typeface="Arial Nova Light" panose="020F0502020204030204" pitchFamily="34" charset="0"/>
            </a:endParaRP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3F71ADBB-9BB2-6175-DED0-348EF14AB673}"/>
              </a:ext>
            </a:extLst>
          </p:cNvPr>
          <p:cNvSpPr/>
          <p:nvPr/>
        </p:nvSpPr>
        <p:spPr>
          <a:xfrm>
            <a:off x="7569199" y="2552007"/>
            <a:ext cx="381965" cy="35881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FB2BE33B-BB17-9774-198B-49F7D9CCD079}"/>
              </a:ext>
            </a:extLst>
          </p:cNvPr>
          <p:cNvSpPr/>
          <p:nvPr/>
        </p:nvSpPr>
        <p:spPr>
          <a:xfrm>
            <a:off x="4372141" y="4547595"/>
            <a:ext cx="381965" cy="35881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4" name="Знак ''плюс'' 33">
            <a:extLst>
              <a:ext uri="{FF2B5EF4-FFF2-40B4-BE49-F238E27FC236}">
                <a16:creationId xmlns:a16="http://schemas.microsoft.com/office/drawing/2014/main" id="{501409DC-7798-6D74-4F0C-A31F2465D275}"/>
              </a:ext>
            </a:extLst>
          </p:cNvPr>
          <p:cNvSpPr/>
          <p:nvPr/>
        </p:nvSpPr>
        <p:spPr>
          <a:xfrm rot="20252689">
            <a:off x="10366750" y="382187"/>
            <a:ext cx="1747520" cy="1717040"/>
          </a:xfrm>
          <a:prstGeom prst="mathPlus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5" name="Знак деления 34">
            <a:extLst>
              <a:ext uri="{FF2B5EF4-FFF2-40B4-BE49-F238E27FC236}">
                <a16:creationId xmlns:a16="http://schemas.microsoft.com/office/drawing/2014/main" id="{4C8A2919-643F-3DEB-E165-385DD3251844}"/>
              </a:ext>
            </a:extLst>
          </p:cNvPr>
          <p:cNvSpPr/>
          <p:nvPr/>
        </p:nvSpPr>
        <p:spPr>
          <a:xfrm rot="19523596">
            <a:off x="10014474" y="1788807"/>
            <a:ext cx="1224723" cy="1325563"/>
          </a:xfrm>
          <a:prstGeom prst="mathDivide">
            <a:avLst/>
          </a:prstGeom>
          <a:solidFill>
            <a:srgbClr val="FFC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6" name="Равно 35">
            <a:extLst>
              <a:ext uri="{FF2B5EF4-FFF2-40B4-BE49-F238E27FC236}">
                <a16:creationId xmlns:a16="http://schemas.microsoft.com/office/drawing/2014/main" id="{007F1C79-1B14-D648-53A9-C878AFAC6FB1}"/>
              </a:ext>
            </a:extLst>
          </p:cNvPr>
          <p:cNvSpPr/>
          <p:nvPr/>
        </p:nvSpPr>
        <p:spPr>
          <a:xfrm rot="1109165">
            <a:off x="10893200" y="2923504"/>
            <a:ext cx="1303625" cy="835808"/>
          </a:xfrm>
          <a:prstGeom prst="mathEqual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>
              <a:solidFill>
                <a:schemeClr val="tx1"/>
              </a:solidFill>
            </a:endParaRPr>
          </a:p>
        </p:txBody>
      </p:sp>
      <p:sp>
        <p:nvSpPr>
          <p:cNvPr id="37" name="Знак ''минус'' 36">
            <a:extLst>
              <a:ext uri="{FF2B5EF4-FFF2-40B4-BE49-F238E27FC236}">
                <a16:creationId xmlns:a16="http://schemas.microsoft.com/office/drawing/2014/main" id="{6224FC8E-B242-1977-1EC9-50B7AB0D5AD1}"/>
              </a:ext>
            </a:extLst>
          </p:cNvPr>
          <p:cNvSpPr/>
          <p:nvPr/>
        </p:nvSpPr>
        <p:spPr>
          <a:xfrm rot="20189747">
            <a:off x="9572750" y="-541777"/>
            <a:ext cx="1760875" cy="1593875"/>
          </a:xfrm>
          <a:prstGeom prst="mathMinus">
            <a:avLst/>
          </a:prstGeom>
          <a:solidFill>
            <a:srgbClr val="FFC000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8" name="Диагональная полоса 37">
            <a:extLst>
              <a:ext uri="{FF2B5EF4-FFF2-40B4-BE49-F238E27FC236}">
                <a16:creationId xmlns:a16="http://schemas.microsoft.com/office/drawing/2014/main" id="{326543BB-AB2A-4E58-8128-185B1AE5D071}"/>
              </a:ext>
            </a:extLst>
          </p:cNvPr>
          <p:cNvSpPr/>
          <p:nvPr/>
        </p:nvSpPr>
        <p:spPr>
          <a:xfrm rot="16200000">
            <a:off x="-201941" y="4478545"/>
            <a:ext cx="2538215" cy="2220694"/>
          </a:xfrm>
          <a:prstGeom prst="diagStrip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>
              <a:solidFill>
                <a:schemeClr val="tx1"/>
              </a:solidFill>
            </a:endParaRPr>
          </a:p>
        </p:txBody>
      </p:sp>
      <p:pic>
        <p:nvPicPr>
          <p:cNvPr id="40" name="Рисунок 39" descr="Абак контур">
            <a:extLst>
              <a:ext uri="{FF2B5EF4-FFF2-40B4-BE49-F238E27FC236}">
                <a16:creationId xmlns:a16="http://schemas.microsoft.com/office/drawing/2014/main" id="{F75B21AB-A8D1-4D6D-32E8-C793360E74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7414">
            <a:off x="1418681" y="4808724"/>
            <a:ext cx="1997510" cy="19975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2" name="Рисунок 41" descr="Тенденция к повышению контур">
            <a:extLst>
              <a:ext uri="{FF2B5EF4-FFF2-40B4-BE49-F238E27FC236}">
                <a16:creationId xmlns:a16="http://schemas.microsoft.com/office/drawing/2014/main" id="{7468389D-51DA-B4E6-A2F4-C49A5DA372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160935">
            <a:off x="107320" y="3793353"/>
            <a:ext cx="1665725" cy="1665725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863544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/>
      <p:bldP spid="18" grpId="0" animBg="1"/>
      <p:bldP spid="19" grpId="0" animBg="1"/>
      <p:bldP spid="20" grpId="0" animBg="1"/>
      <p:bldP spid="23" grpId="0"/>
      <p:bldP spid="24" grpId="0"/>
      <p:bldP spid="26" grpId="0" animBg="1"/>
      <p:bldP spid="29" grpId="0"/>
      <p:bldP spid="30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EC86EE-CA5C-7A32-7573-F78524013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8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haroni" panose="020F0502020204030204" pitchFamily="2" charset="-79"/>
                <a:cs typeface="Aharoni" panose="020F0502020204030204" pitchFamily="2" charset="-79"/>
              </a:rPr>
              <a:t>System Design</a:t>
            </a:r>
            <a:endParaRPr lang="ru-KZ" dirty="0">
              <a:cs typeface="Aharoni" panose="020F0502020204030204" pitchFamily="2" charset="-79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543F91-85CE-92BF-24DD-193EEF1D8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643" y="4595315"/>
            <a:ext cx="2227179" cy="523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SERVICES</a:t>
            </a:r>
            <a:endParaRPr lang="ru-KZ" dirty="0"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CAD2CB-B1FD-AE3A-8BCA-2C4CDE6EE7C4}"/>
              </a:ext>
            </a:extLst>
          </p:cNvPr>
          <p:cNvSpPr txBox="1"/>
          <p:nvPr/>
        </p:nvSpPr>
        <p:spPr>
          <a:xfrm>
            <a:off x="659900" y="4595315"/>
            <a:ext cx="1859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MODELS</a:t>
            </a:r>
            <a:endParaRPr lang="ru-RU" sz="2800" dirty="0"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5C0650-1C43-8282-75DE-E692203F674A}"/>
              </a:ext>
            </a:extLst>
          </p:cNvPr>
          <p:cNvSpPr txBox="1"/>
          <p:nvPr/>
        </p:nvSpPr>
        <p:spPr>
          <a:xfrm>
            <a:off x="6485722" y="4595315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UTILS</a:t>
            </a:r>
            <a:endParaRPr lang="ru-KZ" sz="2800" dirty="0"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C775AB-11A4-C1C0-1459-EC186616D47E}"/>
              </a:ext>
            </a:extLst>
          </p:cNvPr>
          <p:cNvSpPr txBox="1"/>
          <p:nvPr/>
        </p:nvSpPr>
        <p:spPr>
          <a:xfrm>
            <a:off x="9198769" y="4595315"/>
            <a:ext cx="1899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MAIN.PY</a:t>
            </a:r>
            <a:endParaRPr lang="ru-KZ" sz="2800" dirty="0">
              <a:latin typeface="Arial Black" panose="020B0A04020102020204" pitchFamily="34" charset="0"/>
            </a:endParaRPr>
          </a:p>
        </p:txBody>
      </p:sp>
      <p:pic>
        <p:nvPicPr>
          <p:cNvPr id="28" name="Рисунок 27" descr="Открытая папка со сплошной заливкой">
            <a:extLst>
              <a:ext uri="{FF2B5EF4-FFF2-40B4-BE49-F238E27FC236}">
                <a16:creationId xmlns:a16="http://schemas.microsoft.com/office/drawing/2014/main" id="{FFB29D1E-82FE-2E7F-F2B5-AA95A02E7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2000616"/>
            <a:ext cx="3323252" cy="3323252"/>
          </a:xfrm>
          <a:prstGeom prst="rect">
            <a:avLst/>
          </a:prstGeom>
        </p:spPr>
      </p:pic>
      <p:pic>
        <p:nvPicPr>
          <p:cNvPr id="29" name="Рисунок 28" descr="Открытая папка со сплошной заливкой">
            <a:extLst>
              <a:ext uri="{FF2B5EF4-FFF2-40B4-BE49-F238E27FC236}">
                <a16:creationId xmlns:a16="http://schemas.microsoft.com/office/drawing/2014/main" id="{0E98AE3B-D3DB-E541-22C9-C6018EC27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6507" y="2000616"/>
            <a:ext cx="3323252" cy="3323252"/>
          </a:xfrm>
          <a:prstGeom prst="rect">
            <a:avLst/>
          </a:prstGeom>
        </p:spPr>
      </p:pic>
      <p:pic>
        <p:nvPicPr>
          <p:cNvPr id="30" name="Рисунок 29" descr="Открытая папка со сплошной заливкой">
            <a:extLst>
              <a:ext uri="{FF2B5EF4-FFF2-40B4-BE49-F238E27FC236}">
                <a16:creationId xmlns:a16="http://schemas.microsoft.com/office/drawing/2014/main" id="{97D4738C-EBCE-55CD-908C-75F61AC08F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957" y="1983360"/>
            <a:ext cx="3323252" cy="3323252"/>
          </a:xfrm>
          <a:prstGeom prst="rect">
            <a:avLst/>
          </a:prstGeom>
        </p:spPr>
      </p:pic>
      <p:pic>
        <p:nvPicPr>
          <p:cNvPr id="31" name="Рисунок 30" descr="Открытая папка со сплошной заливкой">
            <a:extLst>
              <a:ext uri="{FF2B5EF4-FFF2-40B4-BE49-F238E27FC236}">
                <a16:creationId xmlns:a16="http://schemas.microsoft.com/office/drawing/2014/main" id="{7A0CAF3C-C6FB-2B78-7804-1678254641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47769" y="2000616"/>
            <a:ext cx="3323252" cy="3323252"/>
          </a:xfrm>
          <a:prstGeom prst="rect">
            <a:avLst/>
          </a:prstGeom>
        </p:spPr>
      </p:pic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8F7129B7-A16A-992C-8DA9-0F23E807ACA9}"/>
              </a:ext>
            </a:extLst>
          </p:cNvPr>
          <p:cNvSpPr/>
          <p:nvPr/>
        </p:nvSpPr>
        <p:spPr>
          <a:xfrm rot="19836931">
            <a:off x="-1510862" y="-437669"/>
            <a:ext cx="4452160" cy="143855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45" name="Рисунок 44" descr="Азбука Морзе контур">
            <a:extLst>
              <a:ext uri="{FF2B5EF4-FFF2-40B4-BE49-F238E27FC236}">
                <a16:creationId xmlns:a16="http://schemas.microsoft.com/office/drawing/2014/main" id="{97CA9EE1-3610-9B06-7F2B-1192F3CB10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620" y="-486544"/>
            <a:ext cx="2370009" cy="2370009"/>
          </a:xfrm>
          <a:prstGeom prst="rect">
            <a:avLst/>
          </a:prstGeom>
        </p:spPr>
      </p:pic>
      <p:pic>
        <p:nvPicPr>
          <p:cNvPr id="16" name="Рисунок 15" descr="Монеты контур">
            <a:extLst>
              <a:ext uri="{FF2B5EF4-FFF2-40B4-BE49-F238E27FC236}">
                <a16:creationId xmlns:a16="http://schemas.microsoft.com/office/drawing/2014/main" id="{A0DAC5B8-D4B4-D39A-8715-08684EAFA7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68661" y="5296060"/>
            <a:ext cx="1334361" cy="133436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A2E4135-1ABF-9F4E-FD0E-8C2621CA00F2}"/>
              </a:ext>
            </a:extLst>
          </p:cNvPr>
          <p:cNvSpPr txBox="1"/>
          <p:nvPr/>
        </p:nvSpPr>
        <p:spPr>
          <a:xfrm>
            <a:off x="5429356" y="6858000"/>
            <a:ext cx="573201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" dirty="0">
                <a:latin typeface="Bahnschrift SemiBold Condensed" panose="020B0502040204020203" pitchFamily="34" charset="0"/>
              </a:rPr>
              <a:t>expense</a:t>
            </a:r>
            <a:endParaRPr lang="ru-KZ" sz="100" dirty="0">
              <a:latin typeface="Bahnschrift SemiBold Condensed" panose="020B05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35EAC0-94BE-2F59-EDE2-6F6B5BFA96FB}"/>
              </a:ext>
            </a:extLst>
          </p:cNvPr>
          <p:cNvSpPr txBox="1"/>
          <p:nvPr/>
        </p:nvSpPr>
        <p:spPr>
          <a:xfrm>
            <a:off x="5552924" y="7676629"/>
            <a:ext cx="1253670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" dirty="0">
                <a:latin typeface="Bahnschrift SemiBold Condensed" panose="020B0502040204020203" pitchFamily="34" charset="0"/>
              </a:rPr>
              <a:t>income</a:t>
            </a:r>
            <a:endParaRPr lang="ru-KZ" sz="100" dirty="0">
              <a:latin typeface="Bahnschrift SemiBold Condensed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6FB68D-796A-D9DA-A1A5-3F78AE9CAB81}"/>
              </a:ext>
            </a:extLst>
          </p:cNvPr>
          <p:cNvSpPr txBox="1"/>
          <p:nvPr/>
        </p:nvSpPr>
        <p:spPr>
          <a:xfrm>
            <a:off x="6222412" y="6861021"/>
            <a:ext cx="231154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>
                <a:latin typeface="Bahnschrift SemiBold Condensed" panose="020B0502040204020203" pitchFamily="34" charset="0"/>
              </a:rPr>
              <a:t>transaction</a:t>
            </a:r>
            <a:endParaRPr lang="ru-KZ" sz="1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396350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0" grpId="0"/>
      <p:bldP spid="17" grpId="0"/>
      <p:bldP spid="24" grpId="0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60D75-3946-1BF5-10B2-70449FFBD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261A0E-ED2C-375A-77AB-BC7F651F2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8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haroni" panose="020F0502020204030204" pitchFamily="2" charset="-79"/>
                <a:cs typeface="Aharoni" panose="020F0502020204030204" pitchFamily="2" charset="-79"/>
              </a:rPr>
              <a:t>System Design</a:t>
            </a:r>
            <a:endParaRPr lang="ru-KZ" dirty="0">
              <a:cs typeface="Aharoni" panose="020F0502020204030204" pitchFamily="2" charset="-79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E4DC2F-91AA-3A06-5DEE-6940274C1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03477" y="4772840"/>
            <a:ext cx="2227179" cy="523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SERVICES</a:t>
            </a:r>
            <a:endParaRPr lang="ru-KZ" dirty="0"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D6BAD8-84DE-2C05-EAE4-338A6C269C14}"/>
              </a:ext>
            </a:extLst>
          </p:cNvPr>
          <p:cNvSpPr txBox="1"/>
          <p:nvPr/>
        </p:nvSpPr>
        <p:spPr>
          <a:xfrm>
            <a:off x="5166096" y="6156619"/>
            <a:ext cx="1859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MODELS</a:t>
            </a:r>
            <a:endParaRPr lang="ru-RU" sz="2800" dirty="0"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E2D6F1-78F3-1D7A-400A-BBD7017E63D9}"/>
              </a:ext>
            </a:extLst>
          </p:cNvPr>
          <p:cNvSpPr txBox="1"/>
          <p:nvPr/>
        </p:nvSpPr>
        <p:spPr>
          <a:xfrm>
            <a:off x="19217806" y="4855764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UTILS</a:t>
            </a:r>
            <a:endParaRPr lang="ru-KZ" sz="2800" dirty="0"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9B3D5D-E6D9-777B-8DDE-5AA0DB813194}"/>
              </a:ext>
            </a:extLst>
          </p:cNvPr>
          <p:cNvSpPr txBox="1"/>
          <p:nvPr/>
        </p:nvSpPr>
        <p:spPr>
          <a:xfrm>
            <a:off x="22541058" y="4586694"/>
            <a:ext cx="1899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MAIN.PY</a:t>
            </a:r>
            <a:endParaRPr lang="ru-KZ" sz="2800" dirty="0">
              <a:latin typeface="Arial Black" panose="020B0A04020102020204" pitchFamily="34" charset="0"/>
            </a:endParaRPr>
          </a:p>
        </p:txBody>
      </p:sp>
      <p:pic>
        <p:nvPicPr>
          <p:cNvPr id="28" name="Рисунок 27" descr="Открытая папка со сплошной заливкой">
            <a:extLst>
              <a:ext uri="{FF2B5EF4-FFF2-40B4-BE49-F238E27FC236}">
                <a16:creationId xmlns:a16="http://schemas.microsoft.com/office/drawing/2014/main" id="{82A01E8E-70CA-60B2-797A-353FC49A9C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0746" y="2783051"/>
            <a:ext cx="4130506" cy="4130506"/>
          </a:xfrm>
          <a:prstGeom prst="rect">
            <a:avLst/>
          </a:prstGeom>
        </p:spPr>
      </p:pic>
      <p:pic>
        <p:nvPicPr>
          <p:cNvPr id="29" name="Рисунок 28" descr="Открытая папка со сплошной заливкой">
            <a:extLst>
              <a:ext uri="{FF2B5EF4-FFF2-40B4-BE49-F238E27FC236}">
                <a16:creationId xmlns:a16="http://schemas.microsoft.com/office/drawing/2014/main" id="{7415DB0A-BB6E-B7BC-8149-CD72762758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55441" y="1883465"/>
            <a:ext cx="3323252" cy="3323252"/>
          </a:xfrm>
          <a:prstGeom prst="rect">
            <a:avLst/>
          </a:prstGeom>
        </p:spPr>
      </p:pic>
      <p:pic>
        <p:nvPicPr>
          <p:cNvPr id="30" name="Рисунок 29" descr="Открытая папка со сплошной заливкой">
            <a:extLst>
              <a:ext uri="{FF2B5EF4-FFF2-40B4-BE49-F238E27FC236}">
                <a16:creationId xmlns:a16="http://schemas.microsoft.com/office/drawing/2014/main" id="{AD4B9A14-9700-C87A-E136-BFA5575597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47235" y="1794122"/>
            <a:ext cx="3323252" cy="3323252"/>
          </a:xfrm>
          <a:prstGeom prst="rect">
            <a:avLst/>
          </a:prstGeom>
        </p:spPr>
      </p:pic>
      <p:pic>
        <p:nvPicPr>
          <p:cNvPr id="31" name="Рисунок 30" descr="Открытая папка со сплошной заливкой">
            <a:extLst>
              <a:ext uri="{FF2B5EF4-FFF2-40B4-BE49-F238E27FC236}">
                <a16:creationId xmlns:a16="http://schemas.microsoft.com/office/drawing/2014/main" id="{731020E8-C991-4E6D-D95E-C141EAB470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897665" y="1707000"/>
            <a:ext cx="3323252" cy="3323252"/>
          </a:xfrm>
          <a:prstGeom prst="rect">
            <a:avLst/>
          </a:prstGeom>
        </p:spPr>
      </p:pic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D6D2A677-3BD0-CD55-DD6B-00AA60A2D645}"/>
              </a:ext>
            </a:extLst>
          </p:cNvPr>
          <p:cNvSpPr/>
          <p:nvPr/>
        </p:nvSpPr>
        <p:spPr>
          <a:xfrm rot="19836931">
            <a:off x="-1510862" y="-437669"/>
            <a:ext cx="4452160" cy="143855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16" name="Рисунок 15" descr="Монеты контур">
            <a:extLst>
              <a:ext uri="{FF2B5EF4-FFF2-40B4-BE49-F238E27FC236}">
                <a16:creationId xmlns:a16="http://schemas.microsoft.com/office/drawing/2014/main" id="{7F063926-3637-261B-6A17-518A78B7E7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088261" y="7429660"/>
            <a:ext cx="1334361" cy="13343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E474E8-E390-5E21-B66B-CB76F20B563D}"/>
              </a:ext>
            </a:extLst>
          </p:cNvPr>
          <p:cNvSpPr txBox="1"/>
          <p:nvPr/>
        </p:nvSpPr>
        <p:spPr>
          <a:xfrm>
            <a:off x="718472" y="2621761"/>
            <a:ext cx="2077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>
                <a:latin typeface="Bahnschrift SemiBold Condensed" panose="020B0502040204020203" pitchFamily="34" charset="0"/>
              </a:rPr>
              <a:t>expense</a:t>
            </a:r>
            <a:endParaRPr lang="ru-KZ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EA309-BE76-295A-E84B-0D9CC933F2C0}"/>
              </a:ext>
            </a:extLst>
          </p:cNvPr>
          <p:cNvSpPr txBox="1"/>
          <p:nvPr/>
        </p:nvSpPr>
        <p:spPr>
          <a:xfrm>
            <a:off x="5340248" y="1610482"/>
            <a:ext cx="18405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dirty="0">
                <a:latin typeface="Bahnschrift SemiBold Condensed" panose="020B0502040204020203" pitchFamily="34" charset="0"/>
              </a:rPr>
              <a:t>income</a:t>
            </a:r>
            <a:endParaRPr lang="ru-KZ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DF86E8-9349-501A-B275-480075B5BF44}"/>
              </a:ext>
            </a:extLst>
          </p:cNvPr>
          <p:cNvSpPr txBox="1"/>
          <p:nvPr/>
        </p:nvSpPr>
        <p:spPr>
          <a:xfrm>
            <a:off x="8537003" y="2621761"/>
            <a:ext cx="2816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Bahnschrift SemiBold Condensed" panose="020B0502040204020203" pitchFamily="34" charset="0"/>
              </a:rPr>
              <a:t>transaction</a:t>
            </a:r>
            <a:endParaRPr lang="ru-KZ" sz="5400" dirty="0">
              <a:latin typeface="Bahnschrift SemiBold Condensed" panose="020B0502040204020203" pitchFamily="34" charset="0"/>
            </a:endParaRPr>
          </a:p>
        </p:txBody>
      </p:sp>
      <p:pic>
        <p:nvPicPr>
          <p:cNvPr id="7" name="Рисунок 6" descr="Азбука Морзе контур">
            <a:extLst>
              <a:ext uri="{FF2B5EF4-FFF2-40B4-BE49-F238E27FC236}">
                <a16:creationId xmlns:a16="http://schemas.microsoft.com/office/drawing/2014/main" id="{2883A154-B144-3B36-4109-BD441D2FE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54620" y="-486544"/>
            <a:ext cx="2370009" cy="23700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629303-27C3-B59E-2001-E2009BD91DA3}"/>
              </a:ext>
            </a:extLst>
          </p:cNvPr>
          <p:cNvSpPr txBox="1"/>
          <p:nvPr/>
        </p:nvSpPr>
        <p:spPr>
          <a:xfrm>
            <a:off x="16417066" y="4005361"/>
            <a:ext cx="250390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budget_settings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5B58E4-6298-515E-0D64-C6DE8ED73D99}"/>
              </a:ext>
            </a:extLst>
          </p:cNvPr>
          <p:cNvSpPr txBox="1"/>
          <p:nvPr/>
        </p:nvSpPr>
        <p:spPr>
          <a:xfrm>
            <a:off x="16515765" y="3897639"/>
            <a:ext cx="235962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file_handler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1AF1E1-ACBD-D94B-E6A5-6A61A8376DD7}"/>
              </a:ext>
            </a:extLst>
          </p:cNvPr>
          <p:cNvSpPr txBox="1"/>
          <p:nvPr/>
        </p:nvSpPr>
        <p:spPr>
          <a:xfrm>
            <a:off x="16376944" y="3951500"/>
            <a:ext cx="256802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finance_manager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3CE324-A5F6-2AD8-00DA-7CA4D6B2DAC5}"/>
              </a:ext>
            </a:extLst>
          </p:cNvPr>
          <p:cNvSpPr txBox="1"/>
          <p:nvPr/>
        </p:nvSpPr>
        <p:spPr>
          <a:xfrm>
            <a:off x="16384960" y="3927244"/>
            <a:ext cx="261610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statistics_service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6203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A04B1-3FC6-73FD-04CC-E7EA7B35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Рисунок 28" descr="Открытая папка со сплошной заливкой">
            <a:extLst>
              <a:ext uri="{FF2B5EF4-FFF2-40B4-BE49-F238E27FC236}">
                <a16:creationId xmlns:a16="http://schemas.microsoft.com/office/drawing/2014/main" id="{E3557FFE-1885-F049-8A7D-9ABC43E4A7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9766" y="2581351"/>
            <a:ext cx="4206169" cy="42766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2193E-7CB5-485E-8698-FE743F457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8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haroni" panose="020F0502020204030204" pitchFamily="2" charset="-79"/>
                <a:cs typeface="Aharoni" panose="020F0502020204030204" pitchFamily="2" charset="-79"/>
              </a:rPr>
              <a:t>System Design</a:t>
            </a:r>
            <a:endParaRPr lang="ru-KZ" dirty="0">
              <a:cs typeface="Aharoni" panose="020F0502020204030204" pitchFamily="2" charset="-79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1CE70F-A40C-DD66-DAB5-429AB00C8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5384" y="5992496"/>
            <a:ext cx="2227179" cy="523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SERVICES</a:t>
            </a:r>
            <a:endParaRPr lang="ru-KZ" dirty="0"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BB6FE4-93BD-AA09-EBF7-86B80F13DD0B}"/>
              </a:ext>
            </a:extLst>
          </p:cNvPr>
          <p:cNvSpPr txBox="1"/>
          <p:nvPr/>
        </p:nvSpPr>
        <p:spPr>
          <a:xfrm>
            <a:off x="-4971287" y="5992496"/>
            <a:ext cx="1859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MODELS</a:t>
            </a:r>
            <a:endParaRPr lang="ru-RU" sz="2800" dirty="0"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5BA5CA-F953-D5E1-24DF-4551236684A5}"/>
              </a:ext>
            </a:extLst>
          </p:cNvPr>
          <p:cNvSpPr txBox="1"/>
          <p:nvPr/>
        </p:nvSpPr>
        <p:spPr>
          <a:xfrm>
            <a:off x="19217806" y="4855764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UTILS</a:t>
            </a:r>
            <a:endParaRPr lang="ru-KZ" sz="2800" dirty="0"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8840B3-7864-83D2-C4F5-F6B348C0D4DF}"/>
              </a:ext>
            </a:extLst>
          </p:cNvPr>
          <p:cNvSpPr txBox="1"/>
          <p:nvPr/>
        </p:nvSpPr>
        <p:spPr>
          <a:xfrm>
            <a:off x="22541058" y="4586694"/>
            <a:ext cx="1899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MAIN.PY</a:t>
            </a:r>
            <a:endParaRPr lang="ru-KZ" sz="2800" dirty="0">
              <a:latin typeface="Arial Black" panose="020B0A04020102020204" pitchFamily="34" charset="0"/>
            </a:endParaRPr>
          </a:p>
        </p:txBody>
      </p:sp>
      <p:pic>
        <p:nvPicPr>
          <p:cNvPr id="28" name="Рисунок 27" descr="Открытая папка со сплошной заливкой">
            <a:extLst>
              <a:ext uri="{FF2B5EF4-FFF2-40B4-BE49-F238E27FC236}">
                <a16:creationId xmlns:a16="http://schemas.microsoft.com/office/drawing/2014/main" id="{CBB75856-5403-AA17-9795-7EF618DA2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053739" y="2549333"/>
            <a:ext cx="4130506" cy="4130506"/>
          </a:xfrm>
          <a:prstGeom prst="rect">
            <a:avLst/>
          </a:prstGeom>
        </p:spPr>
      </p:pic>
      <p:pic>
        <p:nvPicPr>
          <p:cNvPr id="30" name="Рисунок 29" descr="Открытая папка со сплошной заливкой">
            <a:extLst>
              <a:ext uri="{FF2B5EF4-FFF2-40B4-BE49-F238E27FC236}">
                <a16:creationId xmlns:a16="http://schemas.microsoft.com/office/drawing/2014/main" id="{49516184-1A92-9D90-59EF-266A745D20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47235" y="1794122"/>
            <a:ext cx="3323252" cy="3323252"/>
          </a:xfrm>
          <a:prstGeom prst="rect">
            <a:avLst/>
          </a:prstGeom>
        </p:spPr>
      </p:pic>
      <p:pic>
        <p:nvPicPr>
          <p:cNvPr id="31" name="Рисунок 30" descr="Открытая папка со сплошной заливкой">
            <a:extLst>
              <a:ext uri="{FF2B5EF4-FFF2-40B4-BE49-F238E27FC236}">
                <a16:creationId xmlns:a16="http://schemas.microsoft.com/office/drawing/2014/main" id="{5816DB6C-B899-742E-7F71-7DF5A6E311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897665" y="1707000"/>
            <a:ext cx="3323252" cy="3323252"/>
          </a:xfrm>
          <a:prstGeom prst="rect">
            <a:avLst/>
          </a:prstGeom>
        </p:spPr>
      </p:pic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5C38A495-84CE-08FD-05CE-F8DCB3668442}"/>
              </a:ext>
            </a:extLst>
          </p:cNvPr>
          <p:cNvSpPr/>
          <p:nvPr/>
        </p:nvSpPr>
        <p:spPr>
          <a:xfrm rot="19836931">
            <a:off x="-1510862" y="-437669"/>
            <a:ext cx="4452160" cy="143855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16" name="Рисунок 15" descr="Монеты контур">
            <a:extLst>
              <a:ext uri="{FF2B5EF4-FFF2-40B4-BE49-F238E27FC236}">
                <a16:creationId xmlns:a16="http://schemas.microsoft.com/office/drawing/2014/main" id="{0666FC80-83A8-B6E6-70CA-79D8FB742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088261" y="7429660"/>
            <a:ext cx="1334361" cy="13343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42945F-0C8E-5297-0399-340FCB563552}"/>
              </a:ext>
            </a:extLst>
          </p:cNvPr>
          <p:cNvSpPr txBox="1"/>
          <p:nvPr/>
        </p:nvSpPr>
        <p:spPr>
          <a:xfrm>
            <a:off x="5927359" y="6932768"/>
            <a:ext cx="218330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" dirty="0">
                <a:latin typeface="Bahnschrift SemiBold Condensed" panose="020B0502040204020203" pitchFamily="34" charset="0"/>
              </a:rPr>
              <a:t>expense</a:t>
            </a:r>
            <a:endParaRPr lang="ru-KZ" sz="1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A9363-E1E6-44D9-B23E-9CFD1D6D8CB2}"/>
              </a:ext>
            </a:extLst>
          </p:cNvPr>
          <p:cNvSpPr txBox="1"/>
          <p:nvPr/>
        </p:nvSpPr>
        <p:spPr>
          <a:xfrm>
            <a:off x="5952328" y="7206699"/>
            <a:ext cx="215123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" dirty="0">
                <a:latin typeface="Bahnschrift SemiBold Condensed" panose="020B0502040204020203" pitchFamily="34" charset="0"/>
              </a:rPr>
              <a:t>income</a:t>
            </a:r>
            <a:endParaRPr lang="ru-KZ" sz="100" dirty="0">
              <a:latin typeface="Bahnschrift SemiBold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E5A9F1-33FA-22EC-B633-3D4402E7C8D2}"/>
              </a:ext>
            </a:extLst>
          </p:cNvPr>
          <p:cNvSpPr txBox="1"/>
          <p:nvPr/>
        </p:nvSpPr>
        <p:spPr>
          <a:xfrm>
            <a:off x="5292970" y="7206699"/>
            <a:ext cx="231154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>
                <a:latin typeface="Bahnschrift SemiBold Condensed" panose="020B0502040204020203" pitchFamily="34" charset="0"/>
              </a:rPr>
              <a:t>transaction</a:t>
            </a:r>
            <a:endParaRPr lang="ru-KZ" sz="100" dirty="0">
              <a:latin typeface="Bahnschrift SemiBold Condensed" panose="020B0502040204020203" pitchFamily="34" charset="0"/>
            </a:endParaRPr>
          </a:p>
        </p:txBody>
      </p:sp>
      <p:pic>
        <p:nvPicPr>
          <p:cNvPr id="7" name="Рисунок 6" descr="Азбука Морзе контур">
            <a:extLst>
              <a:ext uri="{FF2B5EF4-FFF2-40B4-BE49-F238E27FC236}">
                <a16:creationId xmlns:a16="http://schemas.microsoft.com/office/drawing/2014/main" id="{14C8EF79-54D8-D942-49B1-F5656DD56F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54620" y="-486544"/>
            <a:ext cx="2370009" cy="23700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6D71BD-BF99-3570-FA35-16838553EFE5}"/>
              </a:ext>
            </a:extLst>
          </p:cNvPr>
          <p:cNvSpPr txBox="1"/>
          <p:nvPr/>
        </p:nvSpPr>
        <p:spPr>
          <a:xfrm>
            <a:off x="7033513" y="1707000"/>
            <a:ext cx="38186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budget_settings</a:t>
            </a:r>
            <a:endParaRPr lang="ru-KZ" sz="54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6FE03-FE2B-9C03-C333-D462C444A8C4}"/>
              </a:ext>
            </a:extLst>
          </p:cNvPr>
          <p:cNvSpPr txBox="1"/>
          <p:nvPr/>
        </p:nvSpPr>
        <p:spPr>
          <a:xfrm>
            <a:off x="2533190" y="1707000"/>
            <a:ext cx="29386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file_handler</a:t>
            </a:r>
            <a:endParaRPr lang="ru-KZ" sz="54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635757-FCED-8429-7363-70B66434A99A}"/>
              </a:ext>
            </a:extLst>
          </p:cNvPr>
          <p:cNvSpPr txBox="1"/>
          <p:nvPr/>
        </p:nvSpPr>
        <p:spPr>
          <a:xfrm>
            <a:off x="924570" y="3304341"/>
            <a:ext cx="41665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finance_manager</a:t>
            </a:r>
            <a:endParaRPr lang="ru-KZ" sz="54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C0472D-D2A6-5F6D-01CB-D1606C2F8F09}"/>
              </a:ext>
            </a:extLst>
          </p:cNvPr>
          <p:cNvSpPr txBox="1"/>
          <p:nvPr/>
        </p:nvSpPr>
        <p:spPr>
          <a:xfrm>
            <a:off x="2314003" y="4876117"/>
            <a:ext cx="41985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statistics_service</a:t>
            </a:r>
            <a:endParaRPr lang="ru-KZ" sz="54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D5BC37-7D98-B776-11F2-1BF8A39FF486}"/>
              </a:ext>
            </a:extLst>
          </p:cNvPr>
          <p:cNvSpPr txBox="1"/>
          <p:nvPr/>
        </p:nvSpPr>
        <p:spPr>
          <a:xfrm>
            <a:off x="19472661" y="3728108"/>
            <a:ext cx="223138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>
                <a:solidFill>
                  <a:srgbClr val="548235"/>
                </a:solidFill>
                <a:latin typeface="Bahnschrift SemiBold Condensed" panose="020B0502040204020203" pitchFamily="34" charset="0"/>
              </a:rPr>
              <a:t>validator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F65CAC-8EB6-FF67-B1A4-AD4ABDAE9080}"/>
              </a:ext>
            </a:extLst>
          </p:cNvPr>
          <p:cNvSpPr txBox="1"/>
          <p:nvPr/>
        </p:nvSpPr>
        <p:spPr>
          <a:xfrm>
            <a:off x="19953136" y="3712145"/>
            <a:ext cx="227948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colsole_ui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593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B09F5-ECF0-C6FB-6AE6-A09A870B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Рисунок 28" descr="Открытая папка со сплошной заливкой">
            <a:extLst>
              <a:ext uri="{FF2B5EF4-FFF2-40B4-BE49-F238E27FC236}">
                <a16:creationId xmlns:a16="http://schemas.microsoft.com/office/drawing/2014/main" id="{7D079B16-783E-00C5-D05F-A0078DDA02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9771625" y="2119686"/>
            <a:ext cx="4206169" cy="42766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42313-3B22-ECB2-B01C-652E71D5B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8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haroni" panose="020F0502020204030204" pitchFamily="2" charset="-79"/>
                <a:cs typeface="Aharoni" panose="020F0502020204030204" pitchFamily="2" charset="-79"/>
              </a:rPr>
              <a:t>System Design</a:t>
            </a:r>
            <a:endParaRPr lang="ru-KZ" dirty="0">
              <a:cs typeface="Aharoni" panose="020F0502020204030204" pitchFamily="2" charset="-79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FE7C42-B682-7D67-88E6-F2248B4EB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006007" y="5530831"/>
            <a:ext cx="2227179" cy="523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SERVICES</a:t>
            </a:r>
            <a:endParaRPr lang="ru-KZ" dirty="0"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1A9FE7-0106-10F9-1430-FE5C5E62C923}"/>
              </a:ext>
            </a:extLst>
          </p:cNvPr>
          <p:cNvSpPr txBox="1"/>
          <p:nvPr/>
        </p:nvSpPr>
        <p:spPr>
          <a:xfrm>
            <a:off x="-4971287" y="5992496"/>
            <a:ext cx="1859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MODELS</a:t>
            </a:r>
            <a:endParaRPr lang="ru-RU" sz="2800" dirty="0"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B09D1B-08B7-2255-7AB6-4179489C061F}"/>
              </a:ext>
            </a:extLst>
          </p:cNvPr>
          <p:cNvSpPr txBox="1"/>
          <p:nvPr/>
        </p:nvSpPr>
        <p:spPr>
          <a:xfrm>
            <a:off x="3459301" y="5542312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UTILS</a:t>
            </a:r>
            <a:endParaRPr lang="ru-KZ" sz="2800" dirty="0"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C8A7AD-0902-D765-75CA-89702935861E}"/>
              </a:ext>
            </a:extLst>
          </p:cNvPr>
          <p:cNvSpPr txBox="1"/>
          <p:nvPr/>
        </p:nvSpPr>
        <p:spPr>
          <a:xfrm>
            <a:off x="5017480" y="12786768"/>
            <a:ext cx="1899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MAIN.PY</a:t>
            </a:r>
            <a:endParaRPr lang="ru-KZ" sz="2800" dirty="0">
              <a:latin typeface="Arial Black" panose="020B0A04020102020204" pitchFamily="34" charset="0"/>
            </a:endParaRPr>
          </a:p>
        </p:txBody>
      </p:sp>
      <p:pic>
        <p:nvPicPr>
          <p:cNvPr id="28" name="Рисунок 27" descr="Открытая папка со сплошной заливкой">
            <a:extLst>
              <a:ext uri="{FF2B5EF4-FFF2-40B4-BE49-F238E27FC236}">
                <a16:creationId xmlns:a16="http://schemas.microsoft.com/office/drawing/2014/main" id="{7EC56DD4-0A0D-98CE-D845-88B5435E9A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053739" y="2549333"/>
            <a:ext cx="4130506" cy="4130506"/>
          </a:xfrm>
          <a:prstGeom prst="rect">
            <a:avLst/>
          </a:prstGeom>
        </p:spPr>
      </p:pic>
      <p:pic>
        <p:nvPicPr>
          <p:cNvPr id="30" name="Рисунок 29" descr="Открытая папка со сплошной заливкой">
            <a:extLst>
              <a:ext uri="{FF2B5EF4-FFF2-40B4-BE49-F238E27FC236}">
                <a16:creationId xmlns:a16="http://schemas.microsoft.com/office/drawing/2014/main" id="{3F3F6A53-F340-A7D1-9AAC-C7BC61673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4905" y="2180506"/>
            <a:ext cx="4276649" cy="4276649"/>
          </a:xfrm>
          <a:prstGeom prst="rect">
            <a:avLst/>
          </a:prstGeom>
        </p:spPr>
      </p:pic>
      <p:pic>
        <p:nvPicPr>
          <p:cNvPr id="31" name="Рисунок 30" descr="Открытая папка со сплошной заливкой">
            <a:extLst>
              <a:ext uri="{FF2B5EF4-FFF2-40B4-BE49-F238E27FC236}">
                <a16:creationId xmlns:a16="http://schemas.microsoft.com/office/drawing/2014/main" id="{6CEEA711-1D66-3EA6-7FC6-651A8E6A3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4374" y="9818961"/>
            <a:ext cx="3323252" cy="3323252"/>
          </a:xfrm>
          <a:prstGeom prst="rect">
            <a:avLst/>
          </a:prstGeom>
        </p:spPr>
      </p:pic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3C8017A9-7634-A4C4-4E94-78F5426501A0}"/>
              </a:ext>
            </a:extLst>
          </p:cNvPr>
          <p:cNvSpPr/>
          <p:nvPr/>
        </p:nvSpPr>
        <p:spPr>
          <a:xfrm rot="19836931">
            <a:off x="-1510862" y="-437669"/>
            <a:ext cx="4452160" cy="143855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16" name="Рисунок 15" descr="Монеты контур">
            <a:extLst>
              <a:ext uri="{FF2B5EF4-FFF2-40B4-BE49-F238E27FC236}">
                <a16:creationId xmlns:a16="http://schemas.microsoft.com/office/drawing/2014/main" id="{8E5DADB1-74FF-506B-35F2-7EC8C308C2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" y="5136742"/>
            <a:ext cx="1334361" cy="13343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5ECEFF-8846-5D60-9D65-40C26167E3C2}"/>
              </a:ext>
            </a:extLst>
          </p:cNvPr>
          <p:cNvSpPr txBox="1"/>
          <p:nvPr/>
        </p:nvSpPr>
        <p:spPr>
          <a:xfrm>
            <a:off x="-10684032" y="6471103"/>
            <a:ext cx="218330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" dirty="0">
                <a:latin typeface="Bahnschrift SemiBold Condensed" panose="020B0502040204020203" pitchFamily="34" charset="0"/>
              </a:rPr>
              <a:t>expense</a:t>
            </a:r>
            <a:endParaRPr lang="ru-KZ" sz="1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5261C-FFED-3AA1-F0DA-80E983DD6882}"/>
              </a:ext>
            </a:extLst>
          </p:cNvPr>
          <p:cNvSpPr txBox="1"/>
          <p:nvPr/>
        </p:nvSpPr>
        <p:spPr>
          <a:xfrm>
            <a:off x="-10659063" y="6745034"/>
            <a:ext cx="215123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" dirty="0">
                <a:latin typeface="Bahnschrift SemiBold Condensed" panose="020B0502040204020203" pitchFamily="34" charset="0"/>
              </a:rPr>
              <a:t>income</a:t>
            </a:r>
            <a:endParaRPr lang="ru-KZ" sz="100" dirty="0">
              <a:latin typeface="Bahnschrift SemiBold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011BC1-3669-6015-E79F-C6E675844DE7}"/>
              </a:ext>
            </a:extLst>
          </p:cNvPr>
          <p:cNvSpPr txBox="1"/>
          <p:nvPr/>
        </p:nvSpPr>
        <p:spPr>
          <a:xfrm>
            <a:off x="-11318421" y="6745034"/>
            <a:ext cx="231154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>
                <a:latin typeface="Bahnschrift SemiBold Condensed" panose="020B0502040204020203" pitchFamily="34" charset="0"/>
              </a:rPr>
              <a:t>transaction</a:t>
            </a:r>
            <a:endParaRPr lang="ru-KZ" sz="100" dirty="0">
              <a:latin typeface="Bahnschrift SemiBold Condensed" panose="020B0502040204020203" pitchFamily="34" charset="0"/>
            </a:endParaRPr>
          </a:p>
        </p:txBody>
      </p:sp>
      <p:pic>
        <p:nvPicPr>
          <p:cNvPr id="7" name="Рисунок 6" descr="Азбука Морзе контур">
            <a:extLst>
              <a:ext uri="{FF2B5EF4-FFF2-40B4-BE49-F238E27FC236}">
                <a16:creationId xmlns:a16="http://schemas.microsoft.com/office/drawing/2014/main" id="{E7872F01-6614-0585-636F-41F56F9F9A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54620" y="-486544"/>
            <a:ext cx="2370009" cy="23700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CF72B2-C7AA-1011-B4E7-72C42260C97F}"/>
              </a:ext>
            </a:extLst>
          </p:cNvPr>
          <p:cNvSpPr txBox="1"/>
          <p:nvPr/>
        </p:nvSpPr>
        <p:spPr>
          <a:xfrm>
            <a:off x="-8803686" y="3260904"/>
            <a:ext cx="250390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budget_settings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B71324-9B62-B0D3-2E33-CB0B0D308607}"/>
              </a:ext>
            </a:extLst>
          </p:cNvPr>
          <p:cNvSpPr txBox="1"/>
          <p:nvPr/>
        </p:nvSpPr>
        <p:spPr>
          <a:xfrm>
            <a:off x="-7904503" y="4560725"/>
            <a:ext cx="235962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file_handler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AF2302-1EBE-C78C-6A03-380F07BD2984}"/>
              </a:ext>
            </a:extLst>
          </p:cNvPr>
          <p:cNvSpPr txBox="1"/>
          <p:nvPr/>
        </p:nvSpPr>
        <p:spPr>
          <a:xfrm>
            <a:off x="-7688720" y="4478972"/>
            <a:ext cx="256802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finance_manager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CFA0-A9B8-401A-E745-1CEA8B8DFA5A}"/>
              </a:ext>
            </a:extLst>
          </p:cNvPr>
          <p:cNvSpPr txBox="1"/>
          <p:nvPr/>
        </p:nvSpPr>
        <p:spPr>
          <a:xfrm>
            <a:off x="-7747589" y="4666579"/>
            <a:ext cx="261610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statistics_service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057DAE-147E-A044-098D-422EF9FE900B}"/>
              </a:ext>
            </a:extLst>
          </p:cNvPr>
          <p:cNvSpPr txBox="1"/>
          <p:nvPr/>
        </p:nvSpPr>
        <p:spPr>
          <a:xfrm>
            <a:off x="4150356" y="1883465"/>
            <a:ext cx="271420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rgbClr val="548235"/>
                </a:solidFill>
                <a:latin typeface="Bahnschrift SemiBold Condensed" panose="020B0502040204020203" pitchFamily="34" charset="0"/>
              </a:rPr>
              <a:t>validator</a:t>
            </a:r>
            <a:endParaRPr lang="ru-KZ" sz="66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3E3E21-8AC7-9FE1-FDEB-80D2A04C5E78}"/>
              </a:ext>
            </a:extLst>
          </p:cNvPr>
          <p:cNvSpPr txBox="1"/>
          <p:nvPr/>
        </p:nvSpPr>
        <p:spPr>
          <a:xfrm>
            <a:off x="6564318" y="3704012"/>
            <a:ext cx="295465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colsole_ui</a:t>
            </a:r>
            <a:endParaRPr lang="ru-KZ" sz="66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6F5427B-AB34-737C-1688-E3D63909E5ED}"/>
              </a:ext>
            </a:extLst>
          </p:cNvPr>
          <p:cNvSpPr/>
          <p:nvPr/>
        </p:nvSpPr>
        <p:spPr>
          <a:xfrm>
            <a:off x="4661117" y="7303374"/>
            <a:ext cx="2612606" cy="218107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E938B7-0A68-06B4-7BFC-6649A1C47D65}"/>
              </a:ext>
            </a:extLst>
          </p:cNvPr>
          <p:cNvSpPr txBox="1"/>
          <p:nvPr/>
        </p:nvSpPr>
        <p:spPr>
          <a:xfrm>
            <a:off x="4841411" y="7362859"/>
            <a:ext cx="22520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ahnschrift SemiBold Condensed" panose="020B0502040204020203" pitchFamily="34" charset="0"/>
              </a:rPr>
              <a:t>Application entry point and menu orchestration.</a:t>
            </a:r>
            <a:endParaRPr lang="ru-KZ" sz="32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7170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207AD-69FE-0AF9-8D2B-BA83D9D0E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Рисунок 28" descr="Открытая папка со сплошной заливкой">
            <a:extLst>
              <a:ext uri="{FF2B5EF4-FFF2-40B4-BE49-F238E27FC236}">
                <a16:creationId xmlns:a16="http://schemas.microsoft.com/office/drawing/2014/main" id="{C509418C-CB8D-4A53-D7E0-F120420718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9771625" y="2119686"/>
            <a:ext cx="4206169" cy="42766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3C2E5C-421A-00D8-3088-90B41CF3A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8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haroni" panose="020F0502020204030204" pitchFamily="2" charset="-79"/>
                <a:cs typeface="Aharoni" panose="020F0502020204030204" pitchFamily="2" charset="-79"/>
              </a:rPr>
              <a:t>System Design</a:t>
            </a:r>
            <a:endParaRPr lang="ru-KZ" dirty="0">
              <a:cs typeface="Aharoni" panose="020F0502020204030204" pitchFamily="2" charset="-79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7F3DC0-D529-F70D-5B6C-7844DC808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006007" y="5530831"/>
            <a:ext cx="2227179" cy="523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 Black" panose="020B0A04020102020204" pitchFamily="34" charset="0"/>
              </a:rPr>
              <a:t>SERVICES</a:t>
            </a:r>
            <a:endParaRPr lang="ru-KZ" dirty="0"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A61DCD-8E0C-012D-49E2-173EAA55FF0A}"/>
              </a:ext>
            </a:extLst>
          </p:cNvPr>
          <p:cNvSpPr txBox="1"/>
          <p:nvPr/>
        </p:nvSpPr>
        <p:spPr>
          <a:xfrm>
            <a:off x="-4971287" y="5992496"/>
            <a:ext cx="1859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MODELS</a:t>
            </a:r>
            <a:endParaRPr lang="ru-RU" sz="2800" dirty="0"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FCBC3A-09BF-40FA-03D0-D223F966312F}"/>
              </a:ext>
            </a:extLst>
          </p:cNvPr>
          <p:cNvSpPr txBox="1"/>
          <p:nvPr/>
        </p:nvSpPr>
        <p:spPr>
          <a:xfrm>
            <a:off x="-11747904" y="5396416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UTILS</a:t>
            </a:r>
            <a:endParaRPr lang="ru-KZ" sz="2800" dirty="0"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946E3F-1D3F-6A1B-1F6C-932A2466E9B6}"/>
              </a:ext>
            </a:extLst>
          </p:cNvPr>
          <p:cNvSpPr txBox="1"/>
          <p:nvPr/>
        </p:nvSpPr>
        <p:spPr>
          <a:xfrm>
            <a:off x="5146060" y="6001744"/>
            <a:ext cx="1899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MAIN.PY</a:t>
            </a:r>
            <a:endParaRPr lang="ru-KZ" sz="2800" dirty="0">
              <a:latin typeface="Arial Black" panose="020B0A04020102020204" pitchFamily="34" charset="0"/>
            </a:endParaRPr>
          </a:p>
        </p:txBody>
      </p:sp>
      <p:pic>
        <p:nvPicPr>
          <p:cNvPr id="28" name="Рисунок 27" descr="Открытая папка со сплошной заливкой">
            <a:extLst>
              <a:ext uri="{FF2B5EF4-FFF2-40B4-BE49-F238E27FC236}">
                <a16:creationId xmlns:a16="http://schemas.microsoft.com/office/drawing/2014/main" id="{F236D34D-FAFD-3D24-CAF3-3DD2C47975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053739" y="2549333"/>
            <a:ext cx="4130506" cy="4130506"/>
          </a:xfrm>
          <a:prstGeom prst="rect">
            <a:avLst/>
          </a:prstGeom>
        </p:spPr>
      </p:pic>
      <p:pic>
        <p:nvPicPr>
          <p:cNvPr id="30" name="Рисунок 29" descr="Открытая папка со сплошной заливкой">
            <a:extLst>
              <a:ext uri="{FF2B5EF4-FFF2-40B4-BE49-F238E27FC236}">
                <a16:creationId xmlns:a16="http://schemas.microsoft.com/office/drawing/2014/main" id="{710B73B5-9BC8-1E06-2D92-CA5B42BDBA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97279" y="2596384"/>
            <a:ext cx="3323252" cy="3323252"/>
          </a:xfrm>
          <a:prstGeom prst="rect">
            <a:avLst/>
          </a:prstGeom>
        </p:spPr>
      </p:pic>
      <p:pic>
        <p:nvPicPr>
          <p:cNvPr id="31" name="Рисунок 30" descr="Открытая папка со сплошной заливкой">
            <a:extLst>
              <a:ext uri="{FF2B5EF4-FFF2-40B4-BE49-F238E27FC236}">
                <a16:creationId xmlns:a16="http://schemas.microsoft.com/office/drawing/2014/main" id="{E481052A-CD7F-6D35-AFB1-C960A008E5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4373" y="3314765"/>
            <a:ext cx="3323252" cy="3323252"/>
          </a:xfrm>
          <a:prstGeom prst="rect">
            <a:avLst/>
          </a:prstGeom>
        </p:spPr>
      </p:pic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27230204-B939-C2D5-585A-6B15B57BB9A0}"/>
              </a:ext>
            </a:extLst>
          </p:cNvPr>
          <p:cNvSpPr/>
          <p:nvPr/>
        </p:nvSpPr>
        <p:spPr>
          <a:xfrm rot="19836931">
            <a:off x="-1510862" y="-437669"/>
            <a:ext cx="4452160" cy="143855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16" name="Рисунок 15" descr="Монеты контур">
            <a:extLst>
              <a:ext uri="{FF2B5EF4-FFF2-40B4-BE49-F238E27FC236}">
                <a16:creationId xmlns:a16="http://schemas.microsoft.com/office/drawing/2014/main" id="{D238007C-ABCE-B44C-BD40-D3CCF614F7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7137" y="7788502"/>
            <a:ext cx="1334361" cy="13343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393126-A396-1080-FE0D-62B47C20A8A9}"/>
              </a:ext>
            </a:extLst>
          </p:cNvPr>
          <p:cNvSpPr txBox="1"/>
          <p:nvPr/>
        </p:nvSpPr>
        <p:spPr>
          <a:xfrm>
            <a:off x="-10684032" y="6471103"/>
            <a:ext cx="218330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" dirty="0">
                <a:latin typeface="Bahnschrift SemiBold Condensed" panose="020B0502040204020203" pitchFamily="34" charset="0"/>
              </a:rPr>
              <a:t>expense</a:t>
            </a:r>
            <a:endParaRPr lang="ru-KZ" sz="1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795C4-29B8-BD7F-D843-B5F7DB1EA743}"/>
              </a:ext>
            </a:extLst>
          </p:cNvPr>
          <p:cNvSpPr txBox="1"/>
          <p:nvPr/>
        </p:nvSpPr>
        <p:spPr>
          <a:xfrm>
            <a:off x="-10659063" y="6745034"/>
            <a:ext cx="215123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" dirty="0">
                <a:latin typeface="Bahnschrift SemiBold Condensed" panose="020B0502040204020203" pitchFamily="34" charset="0"/>
              </a:rPr>
              <a:t>income</a:t>
            </a:r>
            <a:endParaRPr lang="ru-KZ" sz="100" dirty="0">
              <a:latin typeface="Bahnschrift SemiBold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35A447-C24F-5EB8-81F0-B20DAF41D095}"/>
              </a:ext>
            </a:extLst>
          </p:cNvPr>
          <p:cNvSpPr txBox="1"/>
          <p:nvPr/>
        </p:nvSpPr>
        <p:spPr>
          <a:xfrm>
            <a:off x="-11318421" y="6745034"/>
            <a:ext cx="231154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>
                <a:latin typeface="Bahnschrift SemiBold Condensed" panose="020B0502040204020203" pitchFamily="34" charset="0"/>
              </a:rPr>
              <a:t>transaction</a:t>
            </a:r>
            <a:endParaRPr lang="ru-KZ" sz="100" dirty="0">
              <a:latin typeface="Bahnschrift SemiBold Condensed" panose="020B0502040204020203" pitchFamily="34" charset="0"/>
            </a:endParaRPr>
          </a:p>
        </p:txBody>
      </p:sp>
      <p:pic>
        <p:nvPicPr>
          <p:cNvPr id="7" name="Рисунок 6" descr="Азбука Морзе контур">
            <a:extLst>
              <a:ext uri="{FF2B5EF4-FFF2-40B4-BE49-F238E27FC236}">
                <a16:creationId xmlns:a16="http://schemas.microsoft.com/office/drawing/2014/main" id="{8530E4C1-6D31-AB17-5458-536250063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54620" y="-486544"/>
            <a:ext cx="2370009" cy="23700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DB0784-8DD4-2719-1998-50CEBDAC4753}"/>
              </a:ext>
            </a:extLst>
          </p:cNvPr>
          <p:cNvSpPr txBox="1"/>
          <p:nvPr/>
        </p:nvSpPr>
        <p:spPr>
          <a:xfrm>
            <a:off x="-8803686" y="3260904"/>
            <a:ext cx="250390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budget_settings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7791E-C282-CFF5-816A-977026078E27}"/>
              </a:ext>
            </a:extLst>
          </p:cNvPr>
          <p:cNvSpPr txBox="1"/>
          <p:nvPr/>
        </p:nvSpPr>
        <p:spPr>
          <a:xfrm>
            <a:off x="-7904503" y="4560725"/>
            <a:ext cx="235962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file_handler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43A05D-E5D1-8CEC-ED77-951CAD53E01B}"/>
              </a:ext>
            </a:extLst>
          </p:cNvPr>
          <p:cNvSpPr txBox="1"/>
          <p:nvPr/>
        </p:nvSpPr>
        <p:spPr>
          <a:xfrm>
            <a:off x="-7688720" y="4478972"/>
            <a:ext cx="256802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finance_manager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61E44B-5D5A-C222-ABFD-BA86FE00B5F9}"/>
              </a:ext>
            </a:extLst>
          </p:cNvPr>
          <p:cNvSpPr txBox="1"/>
          <p:nvPr/>
        </p:nvSpPr>
        <p:spPr>
          <a:xfrm>
            <a:off x="-7747589" y="4666579"/>
            <a:ext cx="261610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statistics_service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B0F36A-752E-27ED-9BB8-E158B3B04CEC}"/>
              </a:ext>
            </a:extLst>
          </p:cNvPr>
          <p:cNvSpPr txBox="1"/>
          <p:nvPr/>
        </p:nvSpPr>
        <p:spPr>
          <a:xfrm>
            <a:off x="-12430905" y="4122211"/>
            <a:ext cx="3081141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" dirty="0">
                <a:solidFill>
                  <a:srgbClr val="548235"/>
                </a:solidFill>
                <a:latin typeface="Bahnschrift SemiBold Condensed" panose="020B0502040204020203" pitchFamily="34" charset="0"/>
              </a:rPr>
              <a:t>validator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58D9CD-5F7E-031E-7E5D-AAA42EFAC6AE}"/>
              </a:ext>
            </a:extLst>
          </p:cNvPr>
          <p:cNvSpPr txBox="1"/>
          <p:nvPr/>
        </p:nvSpPr>
        <p:spPr>
          <a:xfrm>
            <a:off x="-12476656" y="3811721"/>
            <a:ext cx="227948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" dirty="0" err="1">
                <a:solidFill>
                  <a:srgbClr val="548235"/>
                </a:solidFill>
                <a:latin typeface="Bahnschrift SemiBold Condensed" panose="020B0502040204020203" pitchFamily="34" charset="0"/>
              </a:rPr>
              <a:t>colsole_ui</a:t>
            </a:r>
            <a:endParaRPr lang="ru-KZ" sz="100" dirty="0">
              <a:solidFill>
                <a:srgbClr val="548235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3BE5014E-BEBE-72E2-7D2F-3B239437FC37}"/>
              </a:ext>
            </a:extLst>
          </p:cNvPr>
          <p:cNvSpPr/>
          <p:nvPr/>
        </p:nvSpPr>
        <p:spPr>
          <a:xfrm>
            <a:off x="4618892" y="1361243"/>
            <a:ext cx="2612606" cy="218107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8BB4B1-094C-8C00-964D-B336321D82F3}"/>
              </a:ext>
            </a:extLst>
          </p:cNvPr>
          <p:cNvSpPr txBox="1"/>
          <p:nvPr/>
        </p:nvSpPr>
        <p:spPr>
          <a:xfrm>
            <a:off x="4799186" y="1420728"/>
            <a:ext cx="225201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ahnschrift SemiBold Condensed" panose="020B0502040204020203" pitchFamily="34" charset="0"/>
              </a:rPr>
              <a:t>Application entry point and menu orchestration.</a:t>
            </a:r>
            <a:endParaRPr lang="ru-KZ" sz="32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1126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амка 21">
            <a:extLst>
              <a:ext uri="{FF2B5EF4-FFF2-40B4-BE49-F238E27FC236}">
                <a16:creationId xmlns:a16="http://schemas.microsoft.com/office/drawing/2014/main" id="{9F2F2609-201C-50B4-1871-C88528A76DC8}"/>
              </a:ext>
            </a:extLst>
          </p:cNvPr>
          <p:cNvSpPr/>
          <p:nvPr/>
        </p:nvSpPr>
        <p:spPr>
          <a:xfrm>
            <a:off x="0" y="-682906"/>
            <a:ext cx="12847898" cy="7655394"/>
          </a:xfrm>
          <a:prstGeom prst="fram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1D434-B23F-13B2-BCD3-17BFB2570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930" y="720524"/>
            <a:ext cx="2899189" cy="5416952"/>
          </a:xfrm>
          <a:solidFill>
            <a:schemeClr val="accent6">
              <a:lumMod val="50000"/>
            </a:schemeClr>
          </a:solidFill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 dirty="0">
                <a:solidFill>
                  <a:srgbClr val="FFFFFF"/>
                </a:solidFill>
                <a:latin typeface="Bahnschrift SemiBold Condensed" panose="020B0502040204020203" pitchFamily="34" charset="0"/>
                <a:cs typeface="Aldhabi" panose="020F0502020204030204" pitchFamily="2" charset="-78"/>
              </a:rPr>
              <a:t>OOP Architecture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6C8C59-21EB-E20E-E1EE-31FB3F55D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470" y="2459808"/>
            <a:ext cx="3004783" cy="122653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Century Schoolbook" panose="02040604050505020304" pitchFamily="18" charset="0"/>
              </a:rPr>
              <a:t>Encapsulation: Private fields for transaction attributes with strict getter/setter validation</a:t>
            </a:r>
            <a:r>
              <a:rPr lang="en-US" sz="2000" dirty="0">
                <a:latin typeface="Century Schoolbook" panose="02040604050505020304" pitchFamily="18" charset="0"/>
              </a:rPr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214A40E-9EF9-9712-9D8A-4E674B750A41}"/>
              </a:ext>
            </a:extLst>
          </p:cNvPr>
          <p:cNvSpPr txBox="1"/>
          <p:nvPr/>
        </p:nvSpPr>
        <p:spPr>
          <a:xfrm>
            <a:off x="8423060" y="2091780"/>
            <a:ext cx="3197701" cy="176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Century Schoolbook" panose="02040604050505020304" pitchFamily="18" charset="0"/>
              </a:rPr>
              <a:t>Inheritance &amp; Polymorphism: Custom specialized structures handling distinct transaction types (Incomes vs. Expenses).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A79297-D167-2227-9CEC-F1CBEE13F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718276" y="5503440"/>
            <a:ext cx="1521685" cy="126807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4FDA20-540F-477F-2313-6AB95D9CD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58303" y="138656"/>
            <a:ext cx="1276466" cy="116373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2F9E748-DDD6-21B0-E0CF-EBFA101ED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56785" y="238428"/>
            <a:ext cx="1522174" cy="1306791"/>
          </a:xfrm>
          <a:prstGeom prst="rect">
            <a:avLst/>
          </a:prstGeom>
        </p:spPr>
      </p:pic>
      <p:sp>
        <p:nvSpPr>
          <p:cNvPr id="18" name="Левая круглая скобка 17">
            <a:extLst>
              <a:ext uri="{FF2B5EF4-FFF2-40B4-BE49-F238E27FC236}">
                <a16:creationId xmlns:a16="http://schemas.microsoft.com/office/drawing/2014/main" id="{C790F8A6-919E-B07F-BBE0-787E64F177AD}"/>
              </a:ext>
            </a:extLst>
          </p:cNvPr>
          <p:cNvSpPr/>
          <p:nvPr/>
        </p:nvSpPr>
        <p:spPr>
          <a:xfrm>
            <a:off x="4519396" y="2257063"/>
            <a:ext cx="482509" cy="1632031"/>
          </a:xfrm>
          <a:prstGeom prst="leftBracket">
            <a:avLst>
              <a:gd name="adj" fmla="val 46715"/>
            </a:avLst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19" name="Левая круглая скобка 18">
            <a:extLst>
              <a:ext uri="{FF2B5EF4-FFF2-40B4-BE49-F238E27FC236}">
                <a16:creationId xmlns:a16="http://schemas.microsoft.com/office/drawing/2014/main" id="{82E9F918-2ADA-4ED7-977E-3A33CCAD883B}"/>
              </a:ext>
            </a:extLst>
          </p:cNvPr>
          <p:cNvSpPr/>
          <p:nvPr/>
        </p:nvSpPr>
        <p:spPr>
          <a:xfrm flipH="1">
            <a:off x="7412197" y="2257063"/>
            <a:ext cx="482509" cy="1632031"/>
          </a:xfrm>
          <a:prstGeom prst="leftBracket">
            <a:avLst>
              <a:gd name="adj" fmla="val 46715"/>
            </a:avLst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0" name="Левая круглая скобка 19">
            <a:extLst>
              <a:ext uri="{FF2B5EF4-FFF2-40B4-BE49-F238E27FC236}">
                <a16:creationId xmlns:a16="http://schemas.microsoft.com/office/drawing/2014/main" id="{A5221235-29C0-3F4D-1F46-DA0F0A90F617}"/>
              </a:ext>
            </a:extLst>
          </p:cNvPr>
          <p:cNvSpPr/>
          <p:nvPr/>
        </p:nvSpPr>
        <p:spPr>
          <a:xfrm>
            <a:off x="8227294" y="1965181"/>
            <a:ext cx="482509" cy="2016511"/>
          </a:xfrm>
          <a:prstGeom prst="leftBracket">
            <a:avLst>
              <a:gd name="adj" fmla="val 46715"/>
            </a:avLst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1" name="Левая круглая скобка 20">
            <a:extLst>
              <a:ext uri="{FF2B5EF4-FFF2-40B4-BE49-F238E27FC236}">
                <a16:creationId xmlns:a16="http://schemas.microsoft.com/office/drawing/2014/main" id="{1A4159CD-8A8B-8684-CF2C-6DB71A2BE2C4}"/>
              </a:ext>
            </a:extLst>
          </p:cNvPr>
          <p:cNvSpPr/>
          <p:nvPr/>
        </p:nvSpPr>
        <p:spPr>
          <a:xfrm flipH="1">
            <a:off x="11296018" y="1965181"/>
            <a:ext cx="482509" cy="2016511"/>
          </a:xfrm>
          <a:prstGeom prst="leftBracket">
            <a:avLst>
              <a:gd name="adj" fmla="val 46715"/>
            </a:avLst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3" name="Звезда: 4 точки 22">
            <a:extLst>
              <a:ext uri="{FF2B5EF4-FFF2-40B4-BE49-F238E27FC236}">
                <a16:creationId xmlns:a16="http://schemas.microsoft.com/office/drawing/2014/main" id="{F876CD63-BA62-9C91-CFDD-4743E56D8AD5}"/>
              </a:ext>
            </a:extLst>
          </p:cNvPr>
          <p:cNvSpPr/>
          <p:nvPr/>
        </p:nvSpPr>
        <p:spPr>
          <a:xfrm rot="19906088">
            <a:off x="4167010" y="5707814"/>
            <a:ext cx="1521685" cy="1306791"/>
          </a:xfrm>
          <a:prstGeom prst="star4">
            <a:avLst>
              <a:gd name="adj" fmla="val 13386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4" name="Стрелка: пятиугольник 23">
            <a:extLst>
              <a:ext uri="{FF2B5EF4-FFF2-40B4-BE49-F238E27FC236}">
                <a16:creationId xmlns:a16="http://schemas.microsoft.com/office/drawing/2014/main" id="{ACFFE2FA-FF7E-064D-D6FC-D5F73B27F014}"/>
              </a:ext>
            </a:extLst>
          </p:cNvPr>
          <p:cNvSpPr/>
          <p:nvPr/>
        </p:nvSpPr>
        <p:spPr>
          <a:xfrm>
            <a:off x="4722470" y="138656"/>
            <a:ext cx="1967697" cy="347481"/>
          </a:xfrm>
          <a:prstGeom prst="homePlat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Стрелка: пятиугольник 24">
            <a:extLst>
              <a:ext uri="{FF2B5EF4-FFF2-40B4-BE49-F238E27FC236}">
                <a16:creationId xmlns:a16="http://schemas.microsoft.com/office/drawing/2014/main" id="{BDE96A27-C3CD-33BE-F571-D41BF4538F7F}"/>
              </a:ext>
            </a:extLst>
          </p:cNvPr>
          <p:cNvSpPr/>
          <p:nvPr/>
        </p:nvSpPr>
        <p:spPr>
          <a:xfrm>
            <a:off x="4908510" y="373042"/>
            <a:ext cx="1967697" cy="347481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6" name="Стрелка: пятиугольник 25">
            <a:extLst>
              <a:ext uri="{FF2B5EF4-FFF2-40B4-BE49-F238E27FC236}">
                <a16:creationId xmlns:a16="http://schemas.microsoft.com/office/drawing/2014/main" id="{7B7AD760-F187-DD5C-7D20-9AF72C26E4CD}"/>
              </a:ext>
            </a:extLst>
          </p:cNvPr>
          <p:cNvSpPr/>
          <p:nvPr/>
        </p:nvSpPr>
        <p:spPr>
          <a:xfrm>
            <a:off x="5112151" y="607428"/>
            <a:ext cx="1967697" cy="347481"/>
          </a:xfrm>
          <a:prstGeom prst="homePlate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FE6D13C-4BF6-073B-B09A-53596D1897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593123" y="4209481"/>
            <a:ext cx="2185404" cy="240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816854"/>
      </p:ext>
    </p:extLst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9A69220-582A-B8E8-9235-CB0AE7B710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57196" y="1682910"/>
            <a:ext cx="6847028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KZ" altLang="ru-KZ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Strategic </a:t>
            </a:r>
            <a:r>
              <a:rPr kumimoji="0" lang="ru-KZ" altLang="ru-KZ" sz="20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Choice</a:t>
            </a:r>
            <a:r>
              <a:rPr kumimoji="0" lang="ru-KZ" altLang="ru-KZ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20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of</a:t>
            </a:r>
            <a:r>
              <a:rPr kumimoji="0" lang="ru-KZ" altLang="ru-KZ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20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Collections</a:t>
            </a:r>
            <a:r>
              <a:rPr kumimoji="0" lang="ru-KZ" altLang="ru-KZ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:</a:t>
            </a:r>
            <a:endParaRPr kumimoji="0" lang="ru-KZ" altLang="ru-KZ" sz="16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Century Schoolbook" panose="02040604050505020304" pitchFamily="18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List: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Used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for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transaction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history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where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maintaining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the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sequential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order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of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operations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matters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.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Dict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Used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for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instant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O(1)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lookups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of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transactions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by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unique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ID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and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for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storing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budget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thresholds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.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Tuple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Used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for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immutable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data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records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,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such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as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fixed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date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ranges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 (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start_date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, </a:t>
            </a:r>
            <a:r>
              <a:rPr kumimoji="0" lang="ru-KZ" altLang="ru-KZ" sz="18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end_date</a:t>
            </a:r>
            <a:r>
              <a:rPr kumimoji="0" lang="ru-KZ" altLang="ru-KZ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Century Schoolbook" panose="02040604050505020304" pitchFamily="18" charset="0"/>
              </a:rPr>
              <a:t>).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KZ" altLang="ru-KZ" sz="18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A49ED-639E-E972-55D3-AF3723177C6D}"/>
              </a:ext>
            </a:extLst>
          </p:cNvPr>
          <p:cNvSpPr txBox="1"/>
          <p:nvPr/>
        </p:nvSpPr>
        <p:spPr>
          <a:xfrm>
            <a:off x="4757196" y="3941800"/>
            <a:ext cx="684702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entury Schoolbook" panose="02040604050505020304" pitchFamily="18" charset="0"/>
              </a:rPr>
              <a:t>Algorithmic Optimization:</a:t>
            </a:r>
            <a:endParaRPr lang="kk-KZ" sz="2000" b="1" dirty="0">
              <a:solidFill>
                <a:schemeClr val="accent6">
                  <a:lumMod val="50000"/>
                </a:schemeClr>
              </a:solidFill>
              <a:latin typeface="Century Schoolbook" panose="02040604050505020304" pitchFamily="18" charset="0"/>
            </a:endParaRPr>
          </a:p>
          <a:p>
            <a:pPr algn="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entury Schoolbook" panose="02040604050505020304" pitchFamily="18" charset="0"/>
              </a:rPr>
              <a:t>Instead of nested loops O(n</a:t>
            </a:r>
            <a:r>
              <a:rPr lang="ru-KZ" dirty="0">
                <a:solidFill>
                  <a:schemeClr val="accent6">
                    <a:lumMod val="50000"/>
                  </a:schemeClr>
                </a:solidFill>
              </a:rPr>
              <a:t>²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entury Schoolbook" panose="02040604050505020304" pitchFamily="18" charset="0"/>
              </a:rPr>
              <a:t>) when calculating category-wise statistics, the application groups data dynamically using a hash-map (Dictionary) approach, optimizing performance to linear time complexity O(n).</a:t>
            </a:r>
            <a:endParaRPr lang="ru-KZ" dirty="0">
              <a:solidFill>
                <a:schemeClr val="accent6">
                  <a:lumMod val="50000"/>
                </a:schemeClr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BE91DEE-79AE-92CA-EC96-9A1E094AA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89771" y="1332722"/>
            <a:ext cx="3949315" cy="3706814"/>
          </a:xfrm>
          <a:prstGeom prst="rect">
            <a:avLst/>
          </a:prstGeom>
        </p:spPr>
      </p:pic>
      <p:sp>
        <p:nvSpPr>
          <p:cNvPr id="9" name="Рамка 8">
            <a:extLst>
              <a:ext uri="{FF2B5EF4-FFF2-40B4-BE49-F238E27FC236}">
                <a16:creationId xmlns:a16="http://schemas.microsoft.com/office/drawing/2014/main" id="{EF520BE7-3B47-101C-82D2-142DCBB806FF}"/>
              </a:ext>
            </a:extLst>
          </p:cNvPr>
          <p:cNvSpPr/>
          <p:nvPr/>
        </p:nvSpPr>
        <p:spPr>
          <a:xfrm>
            <a:off x="386485" y="411162"/>
            <a:ext cx="11419029" cy="6035675"/>
          </a:xfrm>
          <a:prstGeom prst="frame">
            <a:avLst>
              <a:gd name="adj1" fmla="val 418"/>
            </a:avLst>
          </a:prstGeom>
          <a:solidFill>
            <a:srgbClr val="8E6C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BDFDC-B825-0424-8A16-CB8407CA1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292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Haettenschweiler" panose="020B0706040902060204" pitchFamily="34" charset="0"/>
              </a:rPr>
              <a:t>Data Structures &amp; Efficiency</a:t>
            </a:r>
            <a:endParaRPr lang="ru-KZ" dirty="0">
              <a:solidFill>
                <a:schemeClr val="accent6">
                  <a:lumMod val="50000"/>
                </a:schemeClr>
              </a:solidFill>
              <a:latin typeface="Haettenschweiler" panose="020B0706040902060204" pitchFamily="34" charset="0"/>
            </a:endParaRPr>
          </a:p>
        </p:txBody>
      </p:sp>
      <p:sp>
        <p:nvSpPr>
          <p:cNvPr id="10" name="Звезда: 4 точки 9">
            <a:extLst>
              <a:ext uri="{FF2B5EF4-FFF2-40B4-BE49-F238E27FC236}">
                <a16:creationId xmlns:a16="http://schemas.microsoft.com/office/drawing/2014/main" id="{5E7FF6B0-6ADB-AC6C-A8F4-1A0E8005F984}"/>
              </a:ext>
            </a:extLst>
          </p:cNvPr>
          <p:cNvSpPr/>
          <p:nvPr/>
        </p:nvSpPr>
        <p:spPr>
          <a:xfrm>
            <a:off x="167641" y="202948"/>
            <a:ext cx="472440" cy="444751"/>
          </a:xfrm>
          <a:prstGeom prst="star4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1" name="Звезда: 4 точки 10">
            <a:extLst>
              <a:ext uri="{FF2B5EF4-FFF2-40B4-BE49-F238E27FC236}">
                <a16:creationId xmlns:a16="http://schemas.microsoft.com/office/drawing/2014/main" id="{76F8E26D-66B0-97D8-3274-7412A757AF7A}"/>
              </a:ext>
            </a:extLst>
          </p:cNvPr>
          <p:cNvSpPr/>
          <p:nvPr/>
        </p:nvSpPr>
        <p:spPr>
          <a:xfrm>
            <a:off x="150265" y="6210300"/>
            <a:ext cx="472440" cy="444751"/>
          </a:xfrm>
          <a:prstGeom prst="star4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2" name="Звезда: 4 точки 11">
            <a:extLst>
              <a:ext uri="{FF2B5EF4-FFF2-40B4-BE49-F238E27FC236}">
                <a16:creationId xmlns:a16="http://schemas.microsoft.com/office/drawing/2014/main" id="{8F907F57-D4C7-24C5-9D12-FFC9FEB7EA89}"/>
              </a:ext>
            </a:extLst>
          </p:cNvPr>
          <p:cNvSpPr/>
          <p:nvPr/>
        </p:nvSpPr>
        <p:spPr>
          <a:xfrm>
            <a:off x="11531193" y="188786"/>
            <a:ext cx="472440" cy="444751"/>
          </a:xfrm>
          <a:prstGeom prst="star4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3" name="Звезда: 4 точки 12">
            <a:extLst>
              <a:ext uri="{FF2B5EF4-FFF2-40B4-BE49-F238E27FC236}">
                <a16:creationId xmlns:a16="http://schemas.microsoft.com/office/drawing/2014/main" id="{153EAC1B-039B-47E5-4752-0527FC843E87}"/>
              </a:ext>
            </a:extLst>
          </p:cNvPr>
          <p:cNvSpPr/>
          <p:nvPr/>
        </p:nvSpPr>
        <p:spPr>
          <a:xfrm>
            <a:off x="11531193" y="6224461"/>
            <a:ext cx="472440" cy="444751"/>
          </a:xfrm>
          <a:prstGeom prst="star4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4" name="Стрелка: шеврон 13">
            <a:extLst>
              <a:ext uri="{FF2B5EF4-FFF2-40B4-BE49-F238E27FC236}">
                <a16:creationId xmlns:a16="http://schemas.microsoft.com/office/drawing/2014/main" id="{D37E913A-4147-62E0-3D82-25CF8D577F89}"/>
              </a:ext>
            </a:extLst>
          </p:cNvPr>
          <p:cNvSpPr/>
          <p:nvPr/>
        </p:nvSpPr>
        <p:spPr>
          <a:xfrm>
            <a:off x="8602714" y="515238"/>
            <a:ext cx="429208" cy="642985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>
              <a:solidFill>
                <a:schemeClr val="tx1"/>
              </a:solidFill>
            </a:endParaRPr>
          </a:p>
        </p:txBody>
      </p:sp>
      <p:sp>
        <p:nvSpPr>
          <p:cNvPr id="16" name="Стрелка: шеврон 15">
            <a:extLst>
              <a:ext uri="{FF2B5EF4-FFF2-40B4-BE49-F238E27FC236}">
                <a16:creationId xmlns:a16="http://schemas.microsoft.com/office/drawing/2014/main" id="{EF109B63-D108-A1A9-D4B9-0D01213A54CB}"/>
              </a:ext>
            </a:extLst>
          </p:cNvPr>
          <p:cNvSpPr/>
          <p:nvPr/>
        </p:nvSpPr>
        <p:spPr>
          <a:xfrm flipH="1">
            <a:off x="3160080" y="520580"/>
            <a:ext cx="429208" cy="642985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>
              <a:solidFill>
                <a:schemeClr val="tx1"/>
              </a:solidFill>
            </a:endParaRPr>
          </a:p>
        </p:txBody>
      </p:sp>
      <p:sp>
        <p:nvSpPr>
          <p:cNvPr id="17" name="Стрелка: шеврон 16">
            <a:extLst>
              <a:ext uri="{FF2B5EF4-FFF2-40B4-BE49-F238E27FC236}">
                <a16:creationId xmlns:a16="http://schemas.microsoft.com/office/drawing/2014/main" id="{BA667534-964E-F452-00D1-A70016EA6187}"/>
              </a:ext>
            </a:extLst>
          </p:cNvPr>
          <p:cNvSpPr/>
          <p:nvPr/>
        </p:nvSpPr>
        <p:spPr>
          <a:xfrm flipH="1">
            <a:off x="2871262" y="511682"/>
            <a:ext cx="429208" cy="642985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>
              <a:solidFill>
                <a:schemeClr val="tx1"/>
              </a:solidFill>
            </a:endParaRPr>
          </a:p>
        </p:txBody>
      </p:sp>
      <p:sp>
        <p:nvSpPr>
          <p:cNvPr id="18" name="Стрелка: шеврон 17">
            <a:extLst>
              <a:ext uri="{FF2B5EF4-FFF2-40B4-BE49-F238E27FC236}">
                <a16:creationId xmlns:a16="http://schemas.microsoft.com/office/drawing/2014/main" id="{AB22C494-1E1F-052B-F525-425696E09856}"/>
              </a:ext>
            </a:extLst>
          </p:cNvPr>
          <p:cNvSpPr/>
          <p:nvPr/>
        </p:nvSpPr>
        <p:spPr>
          <a:xfrm flipH="1">
            <a:off x="2586463" y="511682"/>
            <a:ext cx="429208" cy="642985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>
              <a:solidFill>
                <a:schemeClr val="tx1"/>
              </a:solidFill>
            </a:endParaRPr>
          </a:p>
        </p:txBody>
      </p:sp>
      <p:sp>
        <p:nvSpPr>
          <p:cNvPr id="19" name="Стрелка: шеврон 18">
            <a:extLst>
              <a:ext uri="{FF2B5EF4-FFF2-40B4-BE49-F238E27FC236}">
                <a16:creationId xmlns:a16="http://schemas.microsoft.com/office/drawing/2014/main" id="{5C3C4A9C-27A6-968F-5BB4-93C5AD539E6E}"/>
              </a:ext>
            </a:extLst>
          </p:cNvPr>
          <p:cNvSpPr/>
          <p:nvPr/>
        </p:nvSpPr>
        <p:spPr>
          <a:xfrm>
            <a:off x="8891530" y="520579"/>
            <a:ext cx="429208" cy="642985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>
              <a:solidFill>
                <a:schemeClr val="tx1"/>
              </a:solidFill>
            </a:endParaRPr>
          </a:p>
        </p:txBody>
      </p:sp>
      <p:sp>
        <p:nvSpPr>
          <p:cNvPr id="20" name="Стрелка: шеврон 19">
            <a:extLst>
              <a:ext uri="{FF2B5EF4-FFF2-40B4-BE49-F238E27FC236}">
                <a16:creationId xmlns:a16="http://schemas.microsoft.com/office/drawing/2014/main" id="{04B555B2-DDDB-E438-93EE-501914E2059F}"/>
              </a:ext>
            </a:extLst>
          </p:cNvPr>
          <p:cNvSpPr/>
          <p:nvPr/>
        </p:nvSpPr>
        <p:spPr>
          <a:xfrm>
            <a:off x="9180351" y="511681"/>
            <a:ext cx="429208" cy="642985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>
              <a:solidFill>
                <a:schemeClr val="tx1"/>
              </a:solidFill>
            </a:endParaRPr>
          </a:p>
        </p:txBody>
      </p:sp>
      <p:sp>
        <p:nvSpPr>
          <p:cNvPr id="21" name="Правая фигурная скобка 20">
            <a:extLst>
              <a:ext uri="{FF2B5EF4-FFF2-40B4-BE49-F238E27FC236}">
                <a16:creationId xmlns:a16="http://schemas.microsoft.com/office/drawing/2014/main" id="{C5F94669-F8D2-84A3-D9B1-EC0F33BFFA92}"/>
              </a:ext>
            </a:extLst>
          </p:cNvPr>
          <p:cNvSpPr/>
          <p:nvPr/>
        </p:nvSpPr>
        <p:spPr>
          <a:xfrm rot="16200000">
            <a:off x="5873623" y="3880538"/>
            <a:ext cx="444752" cy="5733518"/>
          </a:xfrm>
          <a:prstGeom prst="rightBrace">
            <a:avLst>
              <a:gd name="adj1" fmla="val 40019"/>
              <a:gd name="adj2" fmla="val 50000"/>
            </a:avLst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KZ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222408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EE357-185A-E6EF-92A8-C9D1DDB84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Haettenschweiler" panose="020B0706040902060204" pitchFamily="34" charset="0"/>
              </a:rPr>
              <a:t>Advanced Python Features</a:t>
            </a:r>
            <a:endParaRPr lang="ru-KZ" dirty="0">
              <a:solidFill>
                <a:schemeClr val="bg1"/>
              </a:solidFill>
              <a:latin typeface="Haettenschweiler" panose="020B070604090206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1453C-A00E-E7CE-7F0B-CD0D99AE2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8070"/>
            <a:ext cx="10515600" cy="53149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To meet the course's advanced technical requirements, the project implements: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202C97A-E2CD-C46A-A4FE-0BA0E186714F}"/>
              </a:ext>
            </a:extLst>
          </p:cNvPr>
          <p:cNvSpPr/>
          <p:nvPr/>
        </p:nvSpPr>
        <p:spPr>
          <a:xfrm>
            <a:off x="838200" y="2214880"/>
            <a:ext cx="3357880" cy="4836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87A09ED-B31D-DEDF-DDD5-F637E1D3B2DA}"/>
              </a:ext>
            </a:extLst>
          </p:cNvPr>
          <p:cNvSpPr/>
          <p:nvPr/>
        </p:nvSpPr>
        <p:spPr>
          <a:xfrm>
            <a:off x="4417060" y="2214880"/>
            <a:ext cx="3357880" cy="4836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DDB6AC-F2E8-EA2B-3DEB-971B713FA19C}"/>
              </a:ext>
            </a:extLst>
          </p:cNvPr>
          <p:cNvSpPr/>
          <p:nvPr/>
        </p:nvSpPr>
        <p:spPr>
          <a:xfrm>
            <a:off x="7995920" y="2214880"/>
            <a:ext cx="3357880" cy="4836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CCB6C1-EB7D-C4A5-651E-CBF2BE483E3E}"/>
              </a:ext>
            </a:extLst>
          </p:cNvPr>
          <p:cNvSpPr txBox="1"/>
          <p:nvPr/>
        </p:nvSpPr>
        <p:spPr>
          <a:xfrm>
            <a:off x="1498271" y="4002742"/>
            <a:ext cx="2037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aettenschweiler" panose="020B0706040902060204" pitchFamily="34" charset="0"/>
              </a:rPr>
              <a:t>Generators &amp; Iterators</a:t>
            </a:r>
            <a:endParaRPr lang="ru-KZ" sz="2000" dirty="0">
              <a:latin typeface="Haettenschweiler" panose="020B070604090206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A88C0-7118-0FB2-C47E-084A4A2BBB65}"/>
              </a:ext>
            </a:extLst>
          </p:cNvPr>
          <p:cNvSpPr txBox="1"/>
          <p:nvPr/>
        </p:nvSpPr>
        <p:spPr>
          <a:xfrm>
            <a:off x="1536700" y="4402852"/>
            <a:ext cx="19608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Bahnschrift SemiBold Condensed" panose="020B0502040204020203" pitchFamily="34" charset="0"/>
              </a:rPr>
              <a:t>Applied during file reading to stream transaction data line-by-line, minimizing memory footprint.</a:t>
            </a:r>
            <a:endParaRPr lang="ru-KZ" sz="2000" dirty="0">
              <a:latin typeface="Bahnschrift SemiBold Condensed" panose="020B0502040204020203" pitchFamily="34" charset="0"/>
            </a:endParaRPr>
          </a:p>
        </p:txBody>
      </p:sp>
      <p:pic>
        <p:nvPicPr>
          <p:cNvPr id="12" name="Рисунок 11" descr="QR-код контур">
            <a:extLst>
              <a:ext uri="{FF2B5EF4-FFF2-40B4-BE49-F238E27FC236}">
                <a16:creationId xmlns:a16="http://schemas.microsoft.com/office/drawing/2014/main" id="{90BBA5A9-3167-92D8-8F3E-A165C1592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068" y="2374601"/>
            <a:ext cx="1628141" cy="16281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8C9EF1-E67E-E004-094D-84A8EDEAF7E6}"/>
              </a:ext>
            </a:extLst>
          </p:cNvPr>
          <p:cNvSpPr txBox="1"/>
          <p:nvPr/>
        </p:nvSpPr>
        <p:spPr>
          <a:xfrm>
            <a:off x="5166097" y="4002742"/>
            <a:ext cx="1859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aettenschweiler" panose="020B0706040902060204" pitchFamily="34" charset="0"/>
              </a:rPr>
              <a:t>Lambda, Map &amp; Filter:</a:t>
            </a:r>
            <a:endParaRPr lang="ru-KZ" sz="2000" dirty="0">
              <a:latin typeface="Haettenschweiler" panose="020B070604090206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957641-D54F-8955-8873-9E79686B64A3}"/>
              </a:ext>
            </a:extLst>
          </p:cNvPr>
          <p:cNvSpPr txBox="1"/>
          <p:nvPr/>
        </p:nvSpPr>
        <p:spPr>
          <a:xfrm>
            <a:off x="5115559" y="4402852"/>
            <a:ext cx="19608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Bahnschrift SemiBold Condensed" panose="020B0502040204020203" pitchFamily="34" charset="0"/>
              </a:rPr>
              <a:t>Utilized for instantaneous on-the-fly sorting and filtering of transactions by date range, amounts, or categories.</a:t>
            </a:r>
            <a:endParaRPr lang="ru-KZ" sz="2000" dirty="0">
              <a:latin typeface="Bahnschrift SemiBold Condensed" panose="020B0502040204020203" pitchFamily="34" charset="0"/>
            </a:endParaRPr>
          </a:p>
        </p:txBody>
      </p:sp>
      <p:pic>
        <p:nvPicPr>
          <p:cNvPr id="16" name="Рисунок 15" descr="Фильтр контур">
            <a:extLst>
              <a:ext uri="{FF2B5EF4-FFF2-40B4-BE49-F238E27FC236}">
                <a16:creationId xmlns:a16="http://schemas.microsoft.com/office/drawing/2014/main" id="{F3D2B8F4-AA93-E163-ED34-3B27605DC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6444" y="2389116"/>
            <a:ext cx="1599109" cy="15991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D39B6CD-8785-CD24-A92E-13C10C79F409}"/>
              </a:ext>
            </a:extLst>
          </p:cNvPr>
          <p:cNvSpPr txBox="1"/>
          <p:nvPr/>
        </p:nvSpPr>
        <p:spPr>
          <a:xfrm>
            <a:off x="8757782" y="4002742"/>
            <a:ext cx="18341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aettenschweiler" panose="020B0706040902060204" pitchFamily="34" charset="0"/>
              </a:rPr>
              <a:t>Regular Expressions:</a:t>
            </a:r>
            <a:endParaRPr lang="ru-KZ" sz="2000" dirty="0">
              <a:latin typeface="Haettenschweiler" panose="020B070604090206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3B614D-6D17-361B-08AB-C8210D873218}"/>
              </a:ext>
            </a:extLst>
          </p:cNvPr>
          <p:cNvSpPr txBox="1"/>
          <p:nvPr/>
        </p:nvSpPr>
        <p:spPr>
          <a:xfrm>
            <a:off x="8694420" y="4303455"/>
            <a:ext cx="19608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Bahnschrift SemiBold Condensed" panose="020B0502040204020203" pitchFamily="34" charset="0"/>
              </a:rPr>
              <a:t>Integrated into the Validator class to strictly verify user inputs (e.g., matching the YYYY-MM-DD date format and isolating negative bounds).</a:t>
            </a:r>
            <a:endParaRPr lang="ru-KZ" sz="2000" dirty="0">
              <a:latin typeface="Bahnschrift SemiBold Condensed" panose="020B0502040204020203" pitchFamily="34" charset="0"/>
            </a:endParaRPr>
          </a:p>
        </p:txBody>
      </p:sp>
      <p:pic>
        <p:nvPicPr>
          <p:cNvPr id="20" name="Рисунок 19" descr="Двоичный контур">
            <a:extLst>
              <a:ext uri="{FF2B5EF4-FFF2-40B4-BE49-F238E27FC236}">
                <a16:creationId xmlns:a16="http://schemas.microsoft.com/office/drawing/2014/main" id="{EC11DCE4-F2C3-DF7F-0887-D2DEA6D149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2564" y="2396374"/>
            <a:ext cx="1584592" cy="158459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A2807C8-EB1E-E544-9A0A-E1B2C8BE3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554810" y="18255"/>
            <a:ext cx="1597980" cy="1731398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ECB991E-05F3-45BA-BA0D-8F89573C72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flipH="1">
            <a:off x="39210" y="18255"/>
            <a:ext cx="1597980" cy="173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42878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  <p:bldP spid="7" grpId="0" animBg="1"/>
      <p:bldP spid="8" grpId="0" animBg="1"/>
      <p:bldP spid="9" grpId="0"/>
      <p:bldP spid="10" grpId="0"/>
      <p:bldP spid="13" grpId="0"/>
      <p:bldP spid="14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146E24E-FAD6-62E1-18A9-A7854FEDAD0F}"/>
              </a:ext>
            </a:extLst>
          </p:cNvPr>
          <p:cNvSpPr/>
          <p:nvPr/>
        </p:nvSpPr>
        <p:spPr>
          <a:xfrm rot="14168051">
            <a:off x="8365745" y="-790694"/>
            <a:ext cx="6537229" cy="40696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18DFC5C-EE40-5D01-7523-165364037596}"/>
              </a:ext>
            </a:extLst>
          </p:cNvPr>
          <p:cNvSpPr/>
          <p:nvPr/>
        </p:nvSpPr>
        <p:spPr>
          <a:xfrm rot="19479560">
            <a:off x="7538626" y="4826343"/>
            <a:ext cx="6537229" cy="349461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86EFCA3-4E0B-1C88-B825-986EECC9BF84}"/>
              </a:ext>
            </a:extLst>
          </p:cNvPr>
          <p:cNvSpPr/>
          <p:nvPr/>
        </p:nvSpPr>
        <p:spPr>
          <a:xfrm>
            <a:off x="4739952" y="3429000"/>
            <a:ext cx="6487017" cy="230462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788A7BB-4289-3100-48AF-1A1F1FDB4E1C}"/>
              </a:ext>
            </a:extLst>
          </p:cNvPr>
          <p:cNvSpPr/>
          <p:nvPr/>
        </p:nvSpPr>
        <p:spPr>
          <a:xfrm>
            <a:off x="4739953" y="1063689"/>
            <a:ext cx="6487017" cy="198742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82003-BF15-DCE2-B224-DCFC3B937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File Handling &amp; Unit Testing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8E1C7C-24A4-23F4-9055-AC0F51835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0" y="963507"/>
            <a:ext cx="6250940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Structured Storage:</a:t>
            </a: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Full data persistence using </a:t>
            </a: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JSON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format to save user ledger states seamlessly between sessions.</a:t>
            </a:r>
          </a:p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Automatic file initialization and error fallback handling via the </a:t>
            </a:r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FileHandler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service.</a:t>
            </a:r>
          </a:p>
          <a:p>
            <a:endParaRPr lang="en-US" sz="2000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F4665E7-716A-8766-8CBD-CB4CC496ACB8}"/>
              </a:ext>
            </a:extLst>
          </p:cNvPr>
          <p:cNvSpPr/>
          <p:nvPr/>
        </p:nvSpPr>
        <p:spPr>
          <a:xfrm>
            <a:off x="430809" y="963507"/>
            <a:ext cx="2352869" cy="39188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8000">
                <a:schemeClr val="accent6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A4A25C7-4FF4-C937-B6D6-F816B2CBEBCE}"/>
              </a:ext>
            </a:extLst>
          </p:cNvPr>
          <p:cNvSpPr/>
          <p:nvPr/>
        </p:nvSpPr>
        <p:spPr>
          <a:xfrm>
            <a:off x="1092611" y="1481183"/>
            <a:ext cx="2352869" cy="39188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8000">
                <a:schemeClr val="accent3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87EF55C-B15B-6369-EDF6-AEA6ADD35C38}"/>
              </a:ext>
            </a:extLst>
          </p:cNvPr>
          <p:cNvSpPr/>
          <p:nvPr/>
        </p:nvSpPr>
        <p:spPr>
          <a:xfrm>
            <a:off x="1607243" y="4896153"/>
            <a:ext cx="2352869" cy="39188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8000">
                <a:schemeClr val="accent3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5F01AEB-A5A1-1B6D-4D86-C29392BC3EEA}"/>
              </a:ext>
            </a:extLst>
          </p:cNvPr>
          <p:cNvSpPr/>
          <p:nvPr/>
        </p:nvSpPr>
        <p:spPr>
          <a:xfrm>
            <a:off x="2269045" y="5413829"/>
            <a:ext cx="2352869" cy="39188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8000">
                <a:schemeClr val="accent6">
                  <a:lumMod val="5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C302C548-FF42-7732-9DCC-7DABE1717FA8}"/>
              </a:ext>
            </a:extLst>
          </p:cNvPr>
          <p:cNvSpPr txBox="1">
            <a:spLocks/>
          </p:cNvSpPr>
          <p:nvPr/>
        </p:nvSpPr>
        <p:spPr>
          <a:xfrm>
            <a:off x="4976030" y="3589866"/>
            <a:ext cx="6250940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Robust Unit Testing (</a:t>
            </a:r>
            <a:r>
              <a:rPr lang="en-US" sz="2000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unittest</a:t>
            </a: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):</a:t>
            </a:r>
          </a:p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Core logic covered by automated tests to ensure perfect balance computations.</a:t>
            </a:r>
          </a:p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Edge cases tested explicitly: empty data handling, invalid alphabetic inputs for financial figures, and boundary budget alerts.</a:t>
            </a:r>
          </a:p>
        </p:txBody>
      </p:sp>
    </p:spTree>
    <p:extLst>
      <p:ext uri="{BB962C8B-B14F-4D97-AF65-F5344CB8AC3E}">
        <p14:creationId xmlns:p14="http://schemas.microsoft.com/office/powerpoint/2010/main" val="2867798776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7" grpId="0" animBg="1"/>
      <p:bldP spid="6" grpId="0" animBg="1"/>
      <p:bldP spid="2" grpId="0"/>
      <p:bldP spid="3" grpId="0" build="p"/>
      <p:bldP spid="10" grpId="0" animBg="1"/>
      <p:bldP spid="12" grpId="0" animBg="1"/>
      <p:bldP spid="13" grpId="0" animBg="1"/>
      <p:bldP spid="14" grpId="0" animBg="1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B7A12A-B801-C35C-0749-0CFC5C12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 Demonstration</a:t>
            </a:r>
          </a:p>
        </p:txBody>
      </p:sp>
      <p:pic>
        <p:nvPicPr>
          <p:cNvPr id="22" name="Graphic 6" descr="Преподаватель">
            <a:extLst>
              <a:ext uri="{FF2B5EF4-FFF2-40B4-BE49-F238E27FC236}">
                <a16:creationId xmlns:a16="http://schemas.microsoft.com/office/drawing/2014/main" id="{47F4AA27-BC84-5B29-2EBC-58A50A58D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23" name="Graphic 8" descr="Преподаватель">
            <a:extLst>
              <a:ext uri="{FF2B5EF4-FFF2-40B4-BE49-F238E27FC236}">
                <a16:creationId xmlns:a16="http://schemas.microsoft.com/office/drawing/2014/main" id="{986B26B4-67EB-428E-A09C-90FC78B19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894221"/>
      </p:ext>
    </p:extLst>
  </p:cSld>
  <p:clrMapOvr>
    <a:masterClrMapping/>
  </p:clrMapOvr>
  <p:transition spd="med">
    <p:pull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BA3AA-80AF-5090-EE9A-E02E0511C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Conclusion &amp; Key Takeaways</a:t>
            </a:r>
            <a:endParaRPr lang="ru-KZ" sz="48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FDC36FB3-50D2-04E3-9A48-1A86525F27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483220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3787612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theme/theme1.xml><?xml version="1.0" encoding="utf-8"?>
<a:theme xmlns:a="http://schemas.openxmlformats.org/drawingml/2006/main" name="Тема Office">
  <a:themeElements>
    <a:clrScheme name="Другая 4">
      <a:dk1>
        <a:srgbClr val="375623"/>
      </a:dk1>
      <a:lt1>
        <a:srgbClr val="E2EFD9"/>
      </a:lt1>
      <a:dk2>
        <a:srgbClr val="375623"/>
      </a:dk2>
      <a:lt2>
        <a:srgbClr val="E2EFD9"/>
      </a:lt2>
      <a:accent1>
        <a:srgbClr val="7F6000"/>
      </a:accent1>
      <a:accent2>
        <a:srgbClr val="FFC000"/>
      </a:accent2>
      <a:accent3>
        <a:srgbClr val="BF9000"/>
      </a:accent3>
      <a:accent4>
        <a:srgbClr val="FFD965"/>
      </a:accent4>
      <a:accent5>
        <a:srgbClr val="E2EFD9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2624</TotalTime>
  <Words>544</Words>
  <Application>Microsoft Office PowerPoint</Application>
  <PresentationFormat>Широкоэкранный</PresentationFormat>
  <Paragraphs>101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7" baseType="lpstr">
      <vt:lpstr>Aharoni</vt:lpstr>
      <vt:lpstr>Amasis MT Pro</vt:lpstr>
      <vt:lpstr>Aptos</vt:lpstr>
      <vt:lpstr>Arial</vt:lpstr>
      <vt:lpstr>Arial Black</vt:lpstr>
      <vt:lpstr>Arial Nova Light</vt:lpstr>
      <vt:lpstr>Bahnschrift Light Condensed</vt:lpstr>
      <vt:lpstr>Bahnschrift SemiBold Condensed</vt:lpstr>
      <vt:lpstr>Calibri</vt:lpstr>
      <vt:lpstr>Calibri Light</vt:lpstr>
      <vt:lpstr>Century Schoolbook</vt:lpstr>
      <vt:lpstr>Copperplate Gothic Bold</vt:lpstr>
      <vt:lpstr>Haettenschweiler</vt:lpstr>
      <vt:lpstr>Тема Office</vt:lpstr>
      <vt:lpstr>Personal Finance Tracker </vt:lpstr>
      <vt:lpstr>Problem Description</vt:lpstr>
      <vt:lpstr>System Design</vt:lpstr>
      <vt:lpstr>System Design</vt:lpstr>
      <vt:lpstr>System Design</vt:lpstr>
      <vt:lpstr>System Design</vt:lpstr>
      <vt:lpstr>System Design</vt:lpstr>
      <vt:lpstr>   OOP Architecture</vt:lpstr>
      <vt:lpstr>Data Structures &amp; Efficiency</vt:lpstr>
      <vt:lpstr>Advanced Python Features</vt:lpstr>
      <vt:lpstr>File Handling &amp; Unit Testing</vt:lpstr>
      <vt:lpstr>Program Demonstration</vt:lpstr>
      <vt:lpstr>Conclusion &amp; Key Takeaways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Finance Tracker</dc:title>
  <dc:creator>Учетная запись Майкрософт</dc:creator>
  <cp:lastModifiedBy>arai.uakit@mail.ru</cp:lastModifiedBy>
  <cp:revision>5</cp:revision>
  <dcterms:created xsi:type="dcterms:W3CDTF">2026-05-19T15:43:28Z</dcterms:created>
  <dcterms:modified xsi:type="dcterms:W3CDTF">2026-05-25T17:59:01Z</dcterms:modified>
</cp:coreProperties>
</file>